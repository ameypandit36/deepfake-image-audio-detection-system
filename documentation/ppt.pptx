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74" r:id="rId3"/>
    <p:sldMasterId id="2147483677" r:id="rId4"/>
    <p:sldMasterId id="2147483701" r:id="rId5"/>
  </p:sldMasterIdLst>
  <p:notesMasterIdLst>
    <p:notesMasterId r:id="rId32"/>
  </p:notesMasterIdLst>
  <p:handoutMasterIdLst>
    <p:handoutMasterId r:id="rId33"/>
  </p:handoutMasterIdLst>
  <p:sldIdLst>
    <p:sldId id="299" r:id="rId6"/>
    <p:sldId id="690" r:id="rId7"/>
    <p:sldId id="653" r:id="rId8"/>
    <p:sldId id="353" r:id="rId9"/>
    <p:sldId id="691" r:id="rId10"/>
    <p:sldId id="692" r:id="rId11"/>
    <p:sldId id="693" r:id="rId12"/>
    <p:sldId id="694" r:id="rId13"/>
    <p:sldId id="705" r:id="rId14"/>
    <p:sldId id="702" r:id="rId15"/>
    <p:sldId id="696" r:id="rId16"/>
    <p:sldId id="706" r:id="rId17"/>
    <p:sldId id="707" r:id="rId18"/>
    <p:sldId id="699" r:id="rId19"/>
    <p:sldId id="708" r:id="rId20"/>
    <p:sldId id="697" r:id="rId21"/>
    <p:sldId id="710" r:id="rId22"/>
    <p:sldId id="703" r:id="rId23"/>
    <p:sldId id="711" r:id="rId24"/>
    <p:sldId id="589" r:id="rId25"/>
    <p:sldId id="709" r:id="rId26"/>
    <p:sldId id="700" r:id="rId27"/>
    <p:sldId id="701" r:id="rId28"/>
    <p:sldId id="698" r:id="rId29"/>
    <p:sldId id="704" r:id="rId30"/>
    <p:sldId id="695" r:id="rId31"/>
  </p:sldIdLst>
  <p:sldSz cx="9144000" cy="5143500" type="screen16x9"/>
  <p:notesSz cx="6761163" cy="99425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9C1BA3-DB0E-4E1E-9FF8-AC2ABAFA00F4}">
          <p14:sldIdLst>
            <p14:sldId id="299"/>
            <p14:sldId id="690"/>
            <p14:sldId id="653"/>
            <p14:sldId id="353"/>
            <p14:sldId id="691"/>
          </p14:sldIdLst>
        </p14:section>
        <p14:section name="Main PPT" id="{5B038AC2-A5FD-4B09-8B1F-FC1AA75D41B9}">
          <p14:sldIdLst>
            <p14:sldId id="692"/>
            <p14:sldId id="693"/>
            <p14:sldId id="694"/>
            <p14:sldId id="705"/>
            <p14:sldId id="702"/>
            <p14:sldId id="696"/>
            <p14:sldId id="706"/>
            <p14:sldId id="707"/>
            <p14:sldId id="699"/>
            <p14:sldId id="708"/>
            <p14:sldId id="697"/>
            <p14:sldId id="710"/>
            <p14:sldId id="703"/>
            <p14:sldId id="711"/>
            <p14:sldId id="589"/>
            <p14:sldId id="709"/>
            <p14:sldId id="700"/>
            <p14:sldId id="701"/>
            <p14:sldId id="698"/>
            <p14:sldId id="704"/>
            <p14:sldId id="695"/>
          </p14:sldIdLst>
        </p14:section>
      </p14:sectionLst>
    </p:ext>
    <p:ext uri="{EFAFB233-063F-42B5-8137-9DF3F51BA10A}">
      <p15:sldGuideLst xmlns:p15="http://schemas.microsoft.com/office/powerpoint/2012/main">
        <p15:guide id="1" orient="horz" pos="1412">
          <p15:clr>
            <a:srgbClr val="A4A3A4"/>
          </p15:clr>
        </p15:guide>
        <p15:guide id="2" pos="283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A40D"/>
    <a:srgbClr val="FF3300"/>
    <a:srgbClr val="7125C5"/>
    <a:srgbClr val="FF6600"/>
    <a:srgbClr val="298F97"/>
    <a:srgbClr val="DB25B4"/>
    <a:srgbClr val="FF9900"/>
    <a:srgbClr val="66FF33"/>
    <a:srgbClr val="FF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28" autoAdjust="0"/>
  </p:normalViewPr>
  <p:slideViewPr>
    <p:cSldViewPr>
      <p:cViewPr>
        <p:scale>
          <a:sx n="75" d="100"/>
          <a:sy n="75" d="100"/>
        </p:scale>
        <p:origin x="1627" y="437"/>
      </p:cViewPr>
      <p:guideLst>
        <p:guide orient="horz" pos="1412"/>
        <p:guide pos="2837"/>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1" d="100"/>
          <a:sy n="51" d="100"/>
        </p:scale>
        <p:origin x="298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C34CE8-6CFD-4A96-AACE-54DA7F0DCE16}"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IN"/>
        </a:p>
      </dgm:t>
    </dgm:pt>
    <dgm:pt modelId="{65B91BB9-3525-40BD-BF10-E254DC210707}">
      <dgm:prSet phldrT="[Text]" custT="1"/>
      <dgm:spPr>
        <a:solidFill>
          <a:srgbClr val="7030A0"/>
        </a:solidFill>
      </dgm:spPr>
      <dgm:t>
        <a:bodyPr/>
        <a:lstStyle/>
        <a:p>
          <a:r>
            <a:rPr lang="en-US" sz="1600" dirty="0">
              <a:solidFill>
                <a:schemeClr val="bg1"/>
              </a:solidFill>
            </a:rPr>
            <a:t>Vision and Mission Statements </a:t>
          </a:r>
          <a:endParaRPr lang="en-IN" sz="1600" dirty="0">
            <a:solidFill>
              <a:schemeClr val="bg1"/>
            </a:solidFill>
          </a:endParaRPr>
        </a:p>
      </dgm:t>
    </dgm:pt>
    <dgm:pt modelId="{81D3F251-17C5-480C-9FA2-99179D88063E}" type="parTrans" cxnId="{D2CF3D52-D1BE-4BAC-8A68-AB7E270EFC98}">
      <dgm:prSet/>
      <dgm:spPr/>
      <dgm:t>
        <a:bodyPr/>
        <a:lstStyle/>
        <a:p>
          <a:endParaRPr lang="en-IN"/>
        </a:p>
      </dgm:t>
    </dgm:pt>
    <dgm:pt modelId="{0C19DBAE-277D-4B5F-A735-E9DCF74EC325}" type="sibTrans" cxnId="{D2CF3D52-D1BE-4BAC-8A68-AB7E270EFC98}">
      <dgm:prSet/>
      <dgm:spPr/>
      <dgm:t>
        <a:bodyPr/>
        <a:lstStyle/>
        <a:p>
          <a:endParaRPr lang="en-IN"/>
        </a:p>
      </dgm:t>
    </dgm:pt>
    <dgm:pt modelId="{950E88FE-A97B-4E3B-B3A7-EC1243A9BAA2}">
      <dgm:prSet phldrT="[Text]" custT="1"/>
      <dgm:spPr>
        <a:solidFill>
          <a:schemeClr val="accent1"/>
        </a:solidFill>
      </dgm:spPr>
      <dgm:t>
        <a:bodyPr/>
        <a:lstStyle/>
        <a:p>
          <a:r>
            <a:rPr lang="en-IN" sz="1200" b="1" i="0" dirty="0"/>
            <a:t>Institute’s Vision</a:t>
          </a:r>
        </a:p>
        <a:p>
          <a:r>
            <a:rPr lang="en-US" sz="1200" b="0" dirty="0"/>
            <a:t>The academy aspires to nurture </a:t>
          </a:r>
          <a:r>
            <a:rPr lang="en-US" sz="1200" b="1" dirty="0">
              <a:solidFill>
                <a:schemeClr val="accent4">
                  <a:lumMod val="60000"/>
                  <a:lumOff val="40000"/>
                </a:schemeClr>
              </a:solidFill>
            </a:rPr>
            <a:t>students as leaders who are in tune with global trends</a:t>
          </a:r>
          <a:r>
            <a:rPr lang="en-US" sz="1200" b="0" dirty="0">
              <a:solidFill>
                <a:schemeClr val="bg1"/>
              </a:solidFill>
            </a:rPr>
            <a:t>, </a:t>
          </a:r>
          <a:r>
            <a:rPr lang="en-US" sz="1200" b="0" dirty="0"/>
            <a:t>equipped with </a:t>
          </a:r>
          <a:r>
            <a:rPr lang="en-US" sz="1200" b="1" dirty="0">
              <a:solidFill>
                <a:schemeClr val="accent4">
                  <a:lumMod val="60000"/>
                  <a:lumOff val="40000"/>
                </a:schemeClr>
              </a:solidFill>
            </a:rPr>
            <a:t>engineering knowledge and practical skills</a:t>
          </a:r>
          <a:r>
            <a:rPr lang="en-US" sz="1200" b="0" dirty="0"/>
            <a:t>, to excel in creativity and innovation in order to play their part in technological advancement of the nation</a:t>
          </a:r>
          <a:r>
            <a:rPr lang="en-US" sz="1200" b="1" dirty="0"/>
            <a:t>.</a:t>
          </a:r>
          <a:endParaRPr lang="en-IN" sz="900" dirty="0"/>
        </a:p>
      </dgm:t>
    </dgm:pt>
    <dgm:pt modelId="{4B4A735E-859E-4C89-96AB-E6DDFD377C0E}" type="parTrans" cxnId="{E60505E8-1D91-4F00-9172-23F418D03A3F}">
      <dgm:prSet/>
      <dgm:spPr/>
      <dgm:t>
        <a:bodyPr/>
        <a:lstStyle/>
        <a:p>
          <a:endParaRPr lang="en-IN"/>
        </a:p>
      </dgm:t>
    </dgm:pt>
    <dgm:pt modelId="{22AA11CA-83BD-4E58-A360-9E485BAF698C}" type="sibTrans" cxnId="{E60505E8-1D91-4F00-9172-23F418D03A3F}">
      <dgm:prSet/>
      <dgm:spPr/>
      <dgm:t>
        <a:bodyPr/>
        <a:lstStyle/>
        <a:p>
          <a:endParaRPr lang="en-IN"/>
        </a:p>
      </dgm:t>
    </dgm:pt>
    <dgm:pt modelId="{797123CF-599C-484B-A59B-C0BF8F472385}">
      <dgm:prSet phldrT="[Text]" custT="1"/>
      <dgm:spPr>
        <a:solidFill>
          <a:schemeClr val="accent1"/>
        </a:solidFill>
      </dgm:spPr>
      <dgm:t>
        <a:bodyPr/>
        <a:lstStyle/>
        <a:p>
          <a:r>
            <a:rPr lang="en-IN" sz="1050" b="1" i="0" dirty="0"/>
            <a:t>Institute’s Mission</a:t>
          </a:r>
        </a:p>
        <a:p>
          <a:pPr>
            <a:buFont typeface="Arial" panose="020B0604020202020204" pitchFamily="34" charset="0"/>
            <a:buChar char="•"/>
          </a:pPr>
          <a:r>
            <a:rPr lang="en-US" sz="900" dirty="0"/>
            <a:t>To become </a:t>
          </a:r>
          <a:r>
            <a:rPr lang="en-US" sz="900" b="1" dirty="0">
              <a:solidFill>
                <a:schemeClr val="accent4">
                  <a:lumMod val="60000"/>
                  <a:lumOff val="40000"/>
                </a:schemeClr>
              </a:solidFill>
            </a:rPr>
            <a:t>foremost seat of advanced technical learning </a:t>
          </a:r>
          <a:r>
            <a:rPr lang="en-US" sz="900" dirty="0"/>
            <a:t>as a center of excellence in the region.</a:t>
          </a:r>
        </a:p>
        <a:p>
          <a:pPr>
            <a:buFont typeface="Arial" panose="020B0604020202020204" pitchFamily="34" charset="0"/>
            <a:buChar char="•"/>
          </a:pPr>
          <a:r>
            <a:rPr lang="en-US" sz="900" dirty="0"/>
            <a:t>To offer state of the art facilities </a:t>
          </a:r>
          <a:r>
            <a:rPr lang="en-US" sz="900" b="1" dirty="0"/>
            <a:t>and </a:t>
          </a:r>
          <a:r>
            <a:rPr lang="en-US" sz="900" b="1" dirty="0">
              <a:solidFill>
                <a:schemeClr val="accent4">
                  <a:lumMod val="60000"/>
                  <a:lumOff val="40000"/>
                </a:schemeClr>
              </a:solidFill>
            </a:rPr>
            <a:t>quality education at affordable cost</a:t>
          </a:r>
        </a:p>
        <a:p>
          <a:pPr>
            <a:buFont typeface="Arial" panose="020B0604020202020204" pitchFamily="34" charset="0"/>
            <a:buChar char="•"/>
          </a:pPr>
          <a:r>
            <a:rPr lang="en-US" sz="900" dirty="0"/>
            <a:t>To inculcate in students the culture of ‘</a:t>
          </a:r>
          <a:r>
            <a:rPr lang="en-US" sz="900" b="1" dirty="0">
              <a:solidFill>
                <a:schemeClr val="accent4">
                  <a:lumMod val="60000"/>
                  <a:lumOff val="40000"/>
                </a:schemeClr>
              </a:solidFill>
            </a:rPr>
            <a:t>Play Hard and Play Fair</a:t>
          </a:r>
          <a:r>
            <a:rPr lang="en-US" sz="900" dirty="0"/>
            <a:t>’.</a:t>
          </a:r>
        </a:p>
        <a:p>
          <a:pPr>
            <a:buFont typeface="Arial" panose="020B0604020202020204" pitchFamily="34" charset="0"/>
            <a:buChar char="•"/>
          </a:pPr>
          <a:r>
            <a:rPr lang="en-US" sz="900" dirty="0"/>
            <a:t>To advance sustainable development in the region through </a:t>
          </a:r>
          <a:r>
            <a:rPr lang="en-US" sz="900" b="0" dirty="0"/>
            <a:t>opportunities for </a:t>
          </a:r>
          <a:r>
            <a:rPr lang="en-US" sz="900" b="1" dirty="0">
              <a:solidFill>
                <a:schemeClr val="accent4">
                  <a:lumMod val="60000"/>
                  <a:lumOff val="40000"/>
                </a:schemeClr>
              </a:solidFill>
            </a:rPr>
            <a:t>entrepreneurship and industry-institute interaction</a:t>
          </a:r>
          <a:r>
            <a:rPr lang="en-US" sz="900" dirty="0"/>
            <a:t>.</a:t>
          </a:r>
        </a:p>
        <a:p>
          <a:pPr>
            <a:buFont typeface="Arial" panose="020B0604020202020204" pitchFamily="34" charset="0"/>
            <a:buChar char="•"/>
          </a:pPr>
          <a:r>
            <a:rPr lang="en-US" sz="900" dirty="0"/>
            <a:t>To create a generation of young professionals who appreciate in all its aspects the necessity of balance between </a:t>
          </a:r>
          <a:r>
            <a:rPr lang="en-US" sz="900" b="1" dirty="0">
              <a:solidFill>
                <a:schemeClr val="accent4">
                  <a:lumMod val="60000"/>
                  <a:lumOff val="40000"/>
                </a:schemeClr>
              </a:solidFill>
            </a:rPr>
            <a:t>technological advances and traditional values</a:t>
          </a:r>
          <a:r>
            <a:rPr lang="en-US" sz="900" b="1" dirty="0"/>
            <a:t>.</a:t>
          </a:r>
          <a:endParaRPr lang="en-IN" sz="900" b="1" dirty="0"/>
        </a:p>
      </dgm:t>
    </dgm:pt>
    <dgm:pt modelId="{0BB045CB-2D5C-411D-9CF7-5852BAA442C1}" type="parTrans" cxnId="{B19E442A-989F-4567-AA0A-88D50A1DF493}">
      <dgm:prSet/>
      <dgm:spPr/>
      <dgm:t>
        <a:bodyPr/>
        <a:lstStyle/>
        <a:p>
          <a:endParaRPr lang="en-IN"/>
        </a:p>
      </dgm:t>
    </dgm:pt>
    <dgm:pt modelId="{B21E8285-AF50-4E12-8A45-2ECE719B25C4}" type="sibTrans" cxnId="{B19E442A-989F-4567-AA0A-88D50A1DF493}">
      <dgm:prSet/>
      <dgm:spPr/>
      <dgm:t>
        <a:bodyPr/>
        <a:lstStyle/>
        <a:p>
          <a:endParaRPr lang="en-IN"/>
        </a:p>
      </dgm:t>
    </dgm:pt>
    <dgm:pt modelId="{9266819E-4386-435B-BBA7-5414722CCEA0}">
      <dgm:prSet phldrT="[Text]" custT="1"/>
      <dgm:spPr/>
      <dgm:t>
        <a:bodyPr/>
        <a:lstStyle/>
        <a:p>
          <a:r>
            <a:rPr lang="en-IN" sz="1100" b="1" i="0" dirty="0"/>
            <a:t>Department’s Mission</a:t>
          </a:r>
          <a:endParaRPr lang="en-IN" sz="1100" b="1" dirty="0"/>
        </a:p>
        <a:p>
          <a:r>
            <a:rPr lang="en-IN" sz="1100" b="1" dirty="0"/>
            <a:t>M1-</a:t>
          </a:r>
          <a:r>
            <a:rPr lang="en-IN" sz="1100" dirty="0"/>
            <a:t>To Enrich students by rigorously implementing </a:t>
          </a:r>
          <a:r>
            <a:rPr lang="en-IN" sz="1100" b="1" dirty="0">
              <a:solidFill>
                <a:srgbClr val="FFC000"/>
              </a:solidFill>
            </a:rPr>
            <a:t>quality education </a:t>
          </a:r>
          <a:r>
            <a:rPr lang="en-IN" sz="1100" b="1" dirty="0"/>
            <a:t>(Knowledge)</a:t>
          </a:r>
        </a:p>
        <a:p>
          <a:r>
            <a:rPr lang="en-IN" sz="1100" b="1" dirty="0"/>
            <a:t>M2-</a:t>
          </a:r>
          <a:r>
            <a:rPr lang="en-IN" sz="1100" dirty="0"/>
            <a:t>To empower the students with the required skills to solve </a:t>
          </a:r>
          <a:r>
            <a:rPr lang="en-IN" sz="1100" b="1" dirty="0">
              <a:solidFill>
                <a:srgbClr val="FFC000"/>
              </a:solidFill>
            </a:rPr>
            <a:t>the complex problems of modern society </a:t>
          </a:r>
          <a:r>
            <a:rPr lang="en-IN" sz="1100" dirty="0"/>
            <a:t>by following </a:t>
          </a:r>
          <a:r>
            <a:rPr lang="en-IN" sz="1100" b="1" dirty="0">
              <a:solidFill>
                <a:srgbClr val="FFC000"/>
              </a:solidFill>
            </a:rPr>
            <a:t>collaborative, multidisciplinary and sustainable activities </a:t>
          </a:r>
          <a:r>
            <a:rPr lang="en-IN" sz="1100" b="1" dirty="0"/>
            <a:t>(Skills)</a:t>
          </a:r>
        </a:p>
        <a:p>
          <a:r>
            <a:rPr lang="en-IN" sz="1100" b="1" dirty="0"/>
            <a:t>M3-</a:t>
          </a:r>
          <a:r>
            <a:rPr lang="en-IN" sz="1100" dirty="0"/>
            <a:t>To imbibe professional </a:t>
          </a:r>
          <a:r>
            <a:rPr lang="en-IN" sz="1100" b="1" dirty="0">
              <a:solidFill>
                <a:srgbClr val="FFC000"/>
              </a:solidFill>
            </a:rPr>
            <a:t>ethics and social values in the students and make them responsible citizens </a:t>
          </a:r>
          <a:r>
            <a:rPr lang="en-IN" sz="1100" b="1" dirty="0"/>
            <a:t>(Attitude)</a:t>
          </a:r>
          <a:endParaRPr lang="en-IN" sz="1100" dirty="0"/>
        </a:p>
      </dgm:t>
    </dgm:pt>
    <dgm:pt modelId="{1DE7C4E5-17D3-482E-8694-5C4138C82C87}" type="parTrans" cxnId="{9752FB1A-9887-4ABC-AF52-5CB56407CE20}">
      <dgm:prSet/>
      <dgm:spPr/>
      <dgm:t>
        <a:bodyPr/>
        <a:lstStyle/>
        <a:p>
          <a:endParaRPr lang="en-IN"/>
        </a:p>
      </dgm:t>
    </dgm:pt>
    <dgm:pt modelId="{69D9B066-74CF-46F3-AC94-476D0F880CA2}" type="sibTrans" cxnId="{9752FB1A-9887-4ABC-AF52-5CB56407CE20}">
      <dgm:prSet/>
      <dgm:spPr/>
      <dgm:t>
        <a:bodyPr/>
        <a:lstStyle/>
        <a:p>
          <a:endParaRPr lang="en-IN"/>
        </a:p>
      </dgm:t>
    </dgm:pt>
    <dgm:pt modelId="{9AA75B41-5E63-4BDF-9AEF-A79701D8B21A}">
      <dgm:prSet phldrT="[Text]" custT="1"/>
      <dgm:spPr/>
      <dgm:t>
        <a:bodyPr/>
        <a:lstStyle/>
        <a:p>
          <a:r>
            <a:rPr lang="en-US" sz="1200" b="1" dirty="0"/>
            <a:t>Department’s Vision</a:t>
          </a:r>
          <a:endParaRPr lang="en-IN" sz="1200" dirty="0"/>
        </a:p>
        <a:p>
          <a:r>
            <a:rPr lang="en-US" sz="1200" dirty="0"/>
            <a:t>To provide </a:t>
          </a:r>
          <a:r>
            <a:rPr lang="en-US" sz="1200" b="1" dirty="0">
              <a:solidFill>
                <a:schemeClr val="accent4"/>
              </a:solidFill>
            </a:rPr>
            <a:t>excellent Information Technology</a:t>
          </a:r>
          <a:r>
            <a:rPr lang="en-US" sz="1200" b="1" dirty="0">
              <a:solidFill>
                <a:schemeClr val="accent1">
                  <a:lumMod val="20000"/>
                  <a:lumOff val="80000"/>
                </a:schemeClr>
              </a:solidFill>
            </a:rPr>
            <a:t> </a:t>
          </a:r>
          <a:r>
            <a:rPr lang="en-US" sz="1200" b="1" dirty="0">
              <a:solidFill>
                <a:schemeClr val="accent4"/>
              </a:solidFill>
            </a:rPr>
            <a:t>education</a:t>
          </a:r>
          <a:r>
            <a:rPr lang="en-US" sz="1200" b="1" dirty="0">
              <a:solidFill>
                <a:schemeClr val="accent1">
                  <a:lumMod val="20000"/>
                  <a:lumOff val="80000"/>
                </a:schemeClr>
              </a:solidFill>
            </a:rPr>
            <a:t> </a:t>
          </a:r>
          <a:r>
            <a:rPr lang="en-US" sz="1200" dirty="0"/>
            <a:t>and aspire to nurture students as leaders who are in </a:t>
          </a:r>
          <a:r>
            <a:rPr lang="en-US" sz="1200" b="1" dirty="0">
              <a:solidFill>
                <a:schemeClr val="accent4"/>
              </a:solidFill>
            </a:rPr>
            <a:t>tune with global IT Trends</a:t>
          </a:r>
          <a:endParaRPr lang="en-IN" sz="1200" b="1" dirty="0">
            <a:solidFill>
              <a:schemeClr val="accent4"/>
            </a:solidFill>
          </a:endParaRPr>
        </a:p>
      </dgm:t>
    </dgm:pt>
    <dgm:pt modelId="{04177403-A990-4F24-96C1-F6404178E839}" type="sibTrans" cxnId="{4C36F09D-5649-4FCB-9034-098EB46ACA43}">
      <dgm:prSet/>
      <dgm:spPr/>
      <dgm:t>
        <a:bodyPr/>
        <a:lstStyle/>
        <a:p>
          <a:endParaRPr lang="en-IN"/>
        </a:p>
      </dgm:t>
    </dgm:pt>
    <dgm:pt modelId="{B6716A8D-9192-426D-95C7-A60690F6CE90}" type="parTrans" cxnId="{4C36F09D-5649-4FCB-9034-098EB46ACA43}">
      <dgm:prSet/>
      <dgm:spPr/>
      <dgm:t>
        <a:bodyPr/>
        <a:lstStyle/>
        <a:p>
          <a:endParaRPr lang="en-IN"/>
        </a:p>
      </dgm:t>
    </dgm:pt>
    <dgm:pt modelId="{72205A0D-FBDC-403D-8938-38790BC26F6A}" type="pres">
      <dgm:prSet presAssocID="{BEC34CE8-6CFD-4A96-AACE-54DA7F0DCE16}" presName="diagram" presStyleCnt="0">
        <dgm:presLayoutVars>
          <dgm:chMax val="1"/>
          <dgm:dir/>
          <dgm:animLvl val="ctr"/>
          <dgm:resizeHandles val="exact"/>
        </dgm:presLayoutVars>
      </dgm:prSet>
      <dgm:spPr/>
    </dgm:pt>
    <dgm:pt modelId="{EB60552C-3E49-4925-9857-4D8CF1BCC2D0}" type="pres">
      <dgm:prSet presAssocID="{BEC34CE8-6CFD-4A96-AACE-54DA7F0DCE16}" presName="matrix" presStyleCnt="0"/>
      <dgm:spPr/>
    </dgm:pt>
    <dgm:pt modelId="{C68DE26D-98B9-47F3-AAF6-8F8BC8E72761}" type="pres">
      <dgm:prSet presAssocID="{BEC34CE8-6CFD-4A96-AACE-54DA7F0DCE16}" presName="tile1" presStyleLbl="node1" presStyleIdx="0" presStyleCnt="4"/>
      <dgm:spPr/>
    </dgm:pt>
    <dgm:pt modelId="{883820BF-4429-4A13-881C-B1290B3BFD79}" type="pres">
      <dgm:prSet presAssocID="{BEC34CE8-6CFD-4A96-AACE-54DA7F0DCE16}" presName="tile1text" presStyleLbl="node1" presStyleIdx="0" presStyleCnt="4">
        <dgm:presLayoutVars>
          <dgm:chMax val="0"/>
          <dgm:chPref val="0"/>
          <dgm:bulletEnabled val="1"/>
        </dgm:presLayoutVars>
      </dgm:prSet>
      <dgm:spPr/>
    </dgm:pt>
    <dgm:pt modelId="{70F05A0B-EB4A-4415-9137-C1935880F582}" type="pres">
      <dgm:prSet presAssocID="{BEC34CE8-6CFD-4A96-AACE-54DA7F0DCE16}" presName="tile2" presStyleLbl="node1" presStyleIdx="1" presStyleCnt="4"/>
      <dgm:spPr/>
    </dgm:pt>
    <dgm:pt modelId="{248766D0-A4BF-4FA8-9A58-C3C7118E3028}" type="pres">
      <dgm:prSet presAssocID="{BEC34CE8-6CFD-4A96-AACE-54DA7F0DCE16}" presName="tile2text" presStyleLbl="node1" presStyleIdx="1" presStyleCnt="4">
        <dgm:presLayoutVars>
          <dgm:chMax val="0"/>
          <dgm:chPref val="0"/>
          <dgm:bulletEnabled val="1"/>
        </dgm:presLayoutVars>
      </dgm:prSet>
      <dgm:spPr/>
    </dgm:pt>
    <dgm:pt modelId="{9E8DCBDD-D866-40BF-AC65-1713FEEACED8}" type="pres">
      <dgm:prSet presAssocID="{BEC34CE8-6CFD-4A96-AACE-54DA7F0DCE16}" presName="tile3" presStyleLbl="node1" presStyleIdx="2" presStyleCnt="4"/>
      <dgm:spPr/>
    </dgm:pt>
    <dgm:pt modelId="{487F8741-1347-4239-8713-3D76C61C55EB}" type="pres">
      <dgm:prSet presAssocID="{BEC34CE8-6CFD-4A96-AACE-54DA7F0DCE16}" presName="tile3text" presStyleLbl="node1" presStyleIdx="2" presStyleCnt="4">
        <dgm:presLayoutVars>
          <dgm:chMax val="0"/>
          <dgm:chPref val="0"/>
          <dgm:bulletEnabled val="1"/>
        </dgm:presLayoutVars>
      </dgm:prSet>
      <dgm:spPr/>
    </dgm:pt>
    <dgm:pt modelId="{CF702AAD-782E-4F4B-961E-B3B5BC1F0A9B}" type="pres">
      <dgm:prSet presAssocID="{BEC34CE8-6CFD-4A96-AACE-54DA7F0DCE16}" presName="tile4" presStyleLbl="node1" presStyleIdx="3" presStyleCnt="4" custLinFactNeighborY="0"/>
      <dgm:spPr/>
    </dgm:pt>
    <dgm:pt modelId="{C249549A-E547-4A8A-941E-79C05F18B1FE}" type="pres">
      <dgm:prSet presAssocID="{BEC34CE8-6CFD-4A96-AACE-54DA7F0DCE16}" presName="tile4text" presStyleLbl="node1" presStyleIdx="3" presStyleCnt="4">
        <dgm:presLayoutVars>
          <dgm:chMax val="0"/>
          <dgm:chPref val="0"/>
          <dgm:bulletEnabled val="1"/>
        </dgm:presLayoutVars>
      </dgm:prSet>
      <dgm:spPr/>
    </dgm:pt>
    <dgm:pt modelId="{D83704FF-4F29-422C-B78B-988EEAFBBC38}" type="pres">
      <dgm:prSet presAssocID="{BEC34CE8-6CFD-4A96-AACE-54DA7F0DCE16}" presName="centerTile" presStyleLbl="fgShp" presStyleIdx="0" presStyleCnt="1">
        <dgm:presLayoutVars>
          <dgm:chMax val="0"/>
          <dgm:chPref val="0"/>
        </dgm:presLayoutVars>
      </dgm:prSet>
      <dgm:spPr/>
    </dgm:pt>
  </dgm:ptLst>
  <dgm:cxnLst>
    <dgm:cxn modelId="{9752FB1A-9887-4ABC-AF52-5CB56407CE20}" srcId="{65B91BB9-3525-40BD-BF10-E254DC210707}" destId="{9266819E-4386-435B-BBA7-5414722CCEA0}" srcOrd="3" destOrd="0" parTransId="{1DE7C4E5-17D3-482E-8694-5C4138C82C87}" sibTransId="{69D9B066-74CF-46F3-AC94-476D0F880CA2}"/>
    <dgm:cxn modelId="{C2E16C25-0E5E-4BEF-BCDF-5B02C18B4DAF}" type="presOf" srcId="{797123CF-599C-484B-A59B-C0BF8F472385}" destId="{487F8741-1347-4239-8713-3D76C61C55EB}" srcOrd="1" destOrd="0" presId="urn:microsoft.com/office/officeart/2005/8/layout/matrix1"/>
    <dgm:cxn modelId="{9D4A7A27-B3A5-4EA7-BB83-E9D567E80D1D}" type="presOf" srcId="{9266819E-4386-435B-BBA7-5414722CCEA0}" destId="{C249549A-E547-4A8A-941E-79C05F18B1FE}" srcOrd="1" destOrd="0" presId="urn:microsoft.com/office/officeart/2005/8/layout/matrix1"/>
    <dgm:cxn modelId="{B19E442A-989F-4567-AA0A-88D50A1DF493}" srcId="{65B91BB9-3525-40BD-BF10-E254DC210707}" destId="{797123CF-599C-484B-A59B-C0BF8F472385}" srcOrd="2" destOrd="0" parTransId="{0BB045CB-2D5C-411D-9CF7-5852BAA442C1}" sibTransId="{B21E8285-AF50-4E12-8A45-2ECE719B25C4}"/>
    <dgm:cxn modelId="{9C91FB33-60DA-4948-964F-B0467122E6A5}" type="presOf" srcId="{950E88FE-A97B-4E3B-B3A7-EC1243A9BAA2}" destId="{C68DE26D-98B9-47F3-AAF6-8F8BC8E72761}" srcOrd="0" destOrd="0" presId="urn:microsoft.com/office/officeart/2005/8/layout/matrix1"/>
    <dgm:cxn modelId="{9EE2C637-A0E0-44FA-86E2-8B0844D5B973}" type="presOf" srcId="{65B91BB9-3525-40BD-BF10-E254DC210707}" destId="{D83704FF-4F29-422C-B78B-988EEAFBBC38}" srcOrd="0" destOrd="0" presId="urn:microsoft.com/office/officeart/2005/8/layout/matrix1"/>
    <dgm:cxn modelId="{D2CF3D52-D1BE-4BAC-8A68-AB7E270EFC98}" srcId="{BEC34CE8-6CFD-4A96-AACE-54DA7F0DCE16}" destId="{65B91BB9-3525-40BD-BF10-E254DC210707}" srcOrd="0" destOrd="0" parTransId="{81D3F251-17C5-480C-9FA2-99179D88063E}" sibTransId="{0C19DBAE-277D-4B5F-A735-E9DCF74EC325}"/>
    <dgm:cxn modelId="{E54DB88E-DF70-499B-B713-037377059794}" type="presOf" srcId="{9266819E-4386-435B-BBA7-5414722CCEA0}" destId="{CF702AAD-782E-4F4B-961E-B3B5BC1F0A9B}" srcOrd="0" destOrd="0" presId="urn:microsoft.com/office/officeart/2005/8/layout/matrix1"/>
    <dgm:cxn modelId="{4C36F09D-5649-4FCB-9034-098EB46ACA43}" srcId="{65B91BB9-3525-40BD-BF10-E254DC210707}" destId="{9AA75B41-5E63-4BDF-9AEF-A79701D8B21A}" srcOrd="1" destOrd="0" parTransId="{B6716A8D-9192-426D-95C7-A60690F6CE90}" sibTransId="{04177403-A990-4F24-96C1-F6404178E839}"/>
    <dgm:cxn modelId="{97C530B0-6C5E-4837-9536-719D4F5CAED0}" type="presOf" srcId="{9AA75B41-5E63-4BDF-9AEF-A79701D8B21A}" destId="{70F05A0B-EB4A-4415-9137-C1935880F582}" srcOrd="0" destOrd="0" presId="urn:microsoft.com/office/officeart/2005/8/layout/matrix1"/>
    <dgm:cxn modelId="{3EFE56B0-DA6F-4596-B164-67B810C5B3E0}" type="presOf" srcId="{BEC34CE8-6CFD-4A96-AACE-54DA7F0DCE16}" destId="{72205A0D-FBDC-403D-8938-38790BC26F6A}" srcOrd="0" destOrd="0" presId="urn:microsoft.com/office/officeart/2005/8/layout/matrix1"/>
    <dgm:cxn modelId="{A53959C9-C0AD-4738-A969-ECD9BDF4F653}" type="presOf" srcId="{9AA75B41-5E63-4BDF-9AEF-A79701D8B21A}" destId="{248766D0-A4BF-4FA8-9A58-C3C7118E3028}" srcOrd="1" destOrd="0" presId="urn:microsoft.com/office/officeart/2005/8/layout/matrix1"/>
    <dgm:cxn modelId="{3D0FECCA-BC1C-4573-B30B-DFD364A02B92}" type="presOf" srcId="{950E88FE-A97B-4E3B-B3A7-EC1243A9BAA2}" destId="{883820BF-4429-4A13-881C-B1290B3BFD79}" srcOrd="1" destOrd="0" presId="urn:microsoft.com/office/officeart/2005/8/layout/matrix1"/>
    <dgm:cxn modelId="{E60505E8-1D91-4F00-9172-23F418D03A3F}" srcId="{65B91BB9-3525-40BD-BF10-E254DC210707}" destId="{950E88FE-A97B-4E3B-B3A7-EC1243A9BAA2}" srcOrd="0" destOrd="0" parTransId="{4B4A735E-859E-4C89-96AB-E6DDFD377C0E}" sibTransId="{22AA11CA-83BD-4E58-A360-9E485BAF698C}"/>
    <dgm:cxn modelId="{C30181FC-3213-45D8-998A-FD5DD1C3E15B}" type="presOf" srcId="{797123CF-599C-484B-A59B-C0BF8F472385}" destId="{9E8DCBDD-D866-40BF-AC65-1713FEEACED8}" srcOrd="0" destOrd="0" presId="urn:microsoft.com/office/officeart/2005/8/layout/matrix1"/>
    <dgm:cxn modelId="{44472322-E052-4B43-B008-7E14A3A4EABE}" type="presParOf" srcId="{72205A0D-FBDC-403D-8938-38790BC26F6A}" destId="{EB60552C-3E49-4925-9857-4D8CF1BCC2D0}" srcOrd="0" destOrd="0" presId="urn:microsoft.com/office/officeart/2005/8/layout/matrix1"/>
    <dgm:cxn modelId="{48C6EF8B-C4CA-4499-AEBF-55691A93F90B}" type="presParOf" srcId="{EB60552C-3E49-4925-9857-4D8CF1BCC2D0}" destId="{C68DE26D-98B9-47F3-AAF6-8F8BC8E72761}" srcOrd="0" destOrd="0" presId="urn:microsoft.com/office/officeart/2005/8/layout/matrix1"/>
    <dgm:cxn modelId="{2E6A1674-9F12-40BD-8513-3C20474558D2}" type="presParOf" srcId="{EB60552C-3E49-4925-9857-4D8CF1BCC2D0}" destId="{883820BF-4429-4A13-881C-B1290B3BFD79}" srcOrd="1" destOrd="0" presId="urn:microsoft.com/office/officeart/2005/8/layout/matrix1"/>
    <dgm:cxn modelId="{6D35A4E6-4ACE-4CCD-BD31-F5177EB028A4}" type="presParOf" srcId="{EB60552C-3E49-4925-9857-4D8CF1BCC2D0}" destId="{70F05A0B-EB4A-4415-9137-C1935880F582}" srcOrd="2" destOrd="0" presId="urn:microsoft.com/office/officeart/2005/8/layout/matrix1"/>
    <dgm:cxn modelId="{E7CC1028-5A91-4D3C-AA0C-EAE8983E777F}" type="presParOf" srcId="{EB60552C-3E49-4925-9857-4D8CF1BCC2D0}" destId="{248766D0-A4BF-4FA8-9A58-C3C7118E3028}" srcOrd="3" destOrd="0" presId="urn:microsoft.com/office/officeart/2005/8/layout/matrix1"/>
    <dgm:cxn modelId="{519131C6-F454-4709-816D-CF28A4A12A1C}" type="presParOf" srcId="{EB60552C-3E49-4925-9857-4D8CF1BCC2D0}" destId="{9E8DCBDD-D866-40BF-AC65-1713FEEACED8}" srcOrd="4" destOrd="0" presId="urn:microsoft.com/office/officeart/2005/8/layout/matrix1"/>
    <dgm:cxn modelId="{EA7BE1D2-88A5-4731-BC78-AA740363A7FF}" type="presParOf" srcId="{EB60552C-3E49-4925-9857-4D8CF1BCC2D0}" destId="{487F8741-1347-4239-8713-3D76C61C55EB}" srcOrd="5" destOrd="0" presId="urn:microsoft.com/office/officeart/2005/8/layout/matrix1"/>
    <dgm:cxn modelId="{37F76F89-CFA9-4E2D-96B2-17797574D7FB}" type="presParOf" srcId="{EB60552C-3E49-4925-9857-4D8CF1BCC2D0}" destId="{CF702AAD-782E-4F4B-961E-B3B5BC1F0A9B}" srcOrd="6" destOrd="0" presId="urn:microsoft.com/office/officeart/2005/8/layout/matrix1"/>
    <dgm:cxn modelId="{222F78ED-1954-4954-B4BB-5E02F907FC18}" type="presParOf" srcId="{EB60552C-3E49-4925-9857-4D8CF1BCC2D0}" destId="{C249549A-E547-4A8A-941E-79C05F18B1FE}" srcOrd="7" destOrd="0" presId="urn:microsoft.com/office/officeart/2005/8/layout/matrix1"/>
    <dgm:cxn modelId="{B7DA8702-3E36-4431-AC5B-3E1F379157A2}" type="presParOf" srcId="{72205A0D-FBDC-403D-8938-38790BC26F6A}" destId="{D83704FF-4F29-422C-B78B-988EEAFBBC3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308136-AD0F-48CE-A313-99622B080E2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4EDD8B4C-1562-4225-82D8-8F9E5BC036E1}">
      <dgm:prSet phldrT="[Text]" custT="1"/>
      <dgm:spPr/>
      <dgm:t>
        <a:bodyPr/>
        <a:lstStyle/>
        <a:p>
          <a:pPr>
            <a:buSzPts val="1800"/>
            <a:buFont typeface="Times New Roman" panose="02020603050405020304"/>
            <a:buChar char="●"/>
          </a:pPr>
          <a:r>
            <a:rPr lang="en-US" sz="1200" dirty="0">
              <a:latin typeface="Calibri" panose="020F0502020204030204" charset="0"/>
              <a:ea typeface="Times New Roman" panose="02020603050405020304"/>
              <a:cs typeface="Calibri" panose="020F0502020204030204" charset="0"/>
              <a:sym typeface="Times New Roman" panose="02020603050405020304"/>
            </a:rPr>
            <a:t>Project Overview and Background</a:t>
          </a:r>
          <a:endParaRPr lang="en-IN" sz="1200" dirty="0"/>
        </a:p>
      </dgm:t>
    </dgm:pt>
    <dgm:pt modelId="{4993EA45-F426-45C7-9D78-859CB8B2955E}" type="parTrans" cxnId="{A496E8A5-2684-4698-8208-080F44FE2EC1}">
      <dgm:prSet/>
      <dgm:spPr/>
      <dgm:t>
        <a:bodyPr/>
        <a:lstStyle/>
        <a:p>
          <a:endParaRPr lang="en-IN" sz="3600"/>
        </a:p>
      </dgm:t>
    </dgm:pt>
    <dgm:pt modelId="{DD1A4B99-8DDE-40F3-8AD5-46AC08D9A521}" type="sibTrans" cxnId="{A496E8A5-2684-4698-8208-080F44FE2EC1}">
      <dgm:prSet/>
      <dgm:spPr/>
      <dgm:t>
        <a:bodyPr/>
        <a:lstStyle/>
        <a:p>
          <a:endParaRPr lang="en-IN" sz="3600"/>
        </a:p>
      </dgm:t>
    </dgm:pt>
    <dgm:pt modelId="{01655E91-A635-4ABF-9277-EEAEC57ECCE4}">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Problem Statement</a:t>
          </a:r>
        </a:p>
      </dgm:t>
    </dgm:pt>
    <dgm:pt modelId="{110831B6-FC09-4137-84EE-BAF35BB3E5D0}" type="parTrans" cxnId="{A31CF7C7-299A-46D5-92F6-BEA29F188D46}">
      <dgm:prSet/>
      <dgm:spPr/>
      <dgm:t>
        <a:bodyPr/>
        <a:lstStyle/>
        <a:p>
          <a:endParaRPr lang="en-IN" sz="3600"/>
        </a:p>
      </dgm:t>
    </dgm:pt>
    <dgm:pt modelId="{E19D1B63-92ED-4981-97E5-3420672FAB0A}" type="sibTrans" cxnId="{A31CF7C7-299A-46D5-92F6-BEA29F188D46}">
      <dgm:prSet/>
      <dgm:spPr/>
      <dgm:t>
        <a:bodyPr/>
        <a:lstStyle/>
        <a:p>
          <a:endParaRPr lang="en-IN" sz="3600"/>
        </a:p>
      </dgm:t>
    </dgm:pt>
    <dgm:pt modelId="{707E7013-F28B-4C0B-96E4-90F82494643B}">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Project objectives and scope</a:t>
          </a:r>
        </a:p>
      </dgm:t>
    </dgm:pt>
    <dgm:pt modelId="{43F41509-9EF8-4E25-8673-55FD7C73296F}" type="parTrans" cxnId="{F64F0FCE-943D-4128-B400-FCEB10B24118}">
      <dgm:prSet/>
      <dgm:spPr/>
      <dgm:t>
        <a:bodyPr/>
        <a:lstStyle/>
        <a:p>
          <a:endParaRPr lang="en-IN" sz="3600"/>
        </a:p>
      </dgm:t>
    </dgm:pt>
    <dgm:pt modelId="{DE3C17C7-011D-48E4-98AA-7F3DCF193D53}" type="sibTrans" cxnId="{F64F0FCE-943D-4128-B400-FCEB10B24118}">
      <dgm:prSet/>
      <dgm:spPr/>
      <dgm:t>
        <a:bodyPr/>
        <a:lstStyle/>
        <a:p>
          <a:endParaRPr lang="en-IN" sz="3600"/>
        </a:p>
      </dgm:t>
    </dgm:pt>
    <dgm:pt modelId="{81618925-42AE-4454-A97C-CC7D476E3631}">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Proposed System Architecture</a:t>
          </a:r>
        </a:p>
      </dgm:t>
    </dgm:pt>
    <dgm:pt modelId="{145E0B13-1D0B-4D7B-AA34-6074BFA7901E}" type="parTrans" cxnId="{A3BCFD98-7796-4491-8EDD-F3269600F98B}">
      <dgm:prSet/>
      <dgm:spPr/>
      <dgm:t>
        <a:bodyPr/>
        <a:lstStyle/>
        <a:p>
          <a:endParaRPr lang="en-IN" sz="3600"/>
        </a:p>
      </dgm:t>
    </dgm:pt>
    <dgm:pt modelId="{ED2A6E41-B5F1-4C5B-A4EE-B2097B3EA136}" type="sibTrans" cxnId="{A3BCFD98-7796-4491-8EDD-F3269600F98B}">
      <dgm:prSet/>
      <dgm:spPr/>
      <dgm:t>
        <a:bodyPr/>
        <a:lstStyle/>
        <a:p>
          <a:endParaRPr lang="en-IN" sz="3600"/>
        </a:p>
      </dgm:t>
    </dgm:pt>
    <dgm:pt modelId="{A6590246-8CE0-42C1-B5C4-F60D876C2744}">
      <dgm:prSet custT="1"/>
      <dgm:spPr/>
      <dgm:t>
        <a:bodyPr/>
        <a:lstStyle/>
        <a:p>
          <a:r>
            <a:rPr lang="en-US" sz="1200" dirty="0">
              <a:latin typeface="Calibri" panose="020F0502020204030204" charset="0"/>
              <a:cs typeface="Calibri" panose="020F0502020204030204" charset="0"/>
              <a:sym typeface="Times New Roman" panose="02020603050405020304"/>
            </a:rPr>
            <a:t>Requirement Specification</a:t>
          </a:r>
        </a:p>
      </dgm:t>
    </dgm:pt>
    <dgm:pt modelId="{C5597D93-23A7-4931-810D-FCAD878CCAFA}" type="parTrans" cxnId="{E9F01366-4BE8-4B90-A750-F06C0CC2B2BC}">
      <dgm:prSet/>
      <dgm:spPr/>
      <dgm:t>
        <a:bodyPr/>
        <a:lstStyle/>
        <a:p>
          <a:endParaRPr lang="en-IN" sz="3600"/>
        </a:p>
      </dgm:t>
    </dgm:pt>
    <dgm:pt modelId="{9895CA8F-1EBF-40D0-BC5D-32D9CCDA5311}" type="sibTrans" cxnId="{E9F01366-4BE8-4B90-A750-F06C0CC2B2BC}">
      <dgm:prSet/>
      <dgm:spPr/>
      <dgm:t>
        <a:bodyPr/>
        <a:lstStyle/>
        <a:p>
          <a:endParaRPr lang="en-IN" sz="3600"/>
        </a:p>
      </dgm:t>
    </dgm:pt>
    <dgm:pt modelId="{C44BE2BE-B2BD-4B27-8FEE-AF81B1AE1C76}">
      <dgm:prSet custT="1"/>
      <dgm:spPr/>
      <dgm:t>
        <a:bodyPr/>
        <a:lstStyle/>
        <a:p>
          <a:r>
            <a:rPr lang="en-IN" sz="1200" dirty="0">
              <a:latin typeface="Calibri" panose="020F0502020204030204" charset="0"/>
              <a:cs typeface="Calibri" panose="020F0502020204030204" charset="0"/>
              <a:sym typeface="Times New Roman" panose="02020603050405020304"/>
            </a:rPr>
            <a:t>Methodology </a:t>
          </a:r>
          <a:endParaRPr lang="en-US" sz="1200" dirty="0">
            <a:latin typeface="Calibri" panose="020F0502020204030204" charset="0"/>
            <a:cs typeface="Calibri" panose="020F0502020204030204" charset="0"/>
            <a:sym typeface="Times New Roman" panose="02020603050405020304"/>
          </a:endParaRPr>
        </a:p>
      </dgm:t>
    </dgm:pt>
    <dgm:pt modelId="{C951026C-3BC5-46E1-BA2B-43A9AB47774D}" type="parTrans" cxnId="{948828E5-0F1B-4505-A51E-6B197D410AE5}">
      <dgm:prSet/>
      <dgm:spPr/>
      <dgm:t>
        <a:bodyPr/>
        <a:lstStyle/>
        <a:p>
          <a:endParaRPr lang="en-IN" sz="3600"/>
        </a:p>
      </dgm:t>
    </dgm:pt>
    <dgm:pt modelId="{B0EE303B-D040-4CEE-869C-C701A8F485B1}" type="sibTrans" cxnId="{948828E5-0F1B-4505-A51E-6B197D410AE5}">
      <dgm:prSet/>
      <dgm:spPr/>
      <dgm:t>
        <a:bodyPr/>
        <a:lstStyle/>
        <a:p>
          <a:endParaRPr lang="en-IN" sz="3600"/>
        </a:p>
      </dgm:t>
    </dgm:pt>
    <dgm:pt modelId="{7E5E026F-4B20-42CA-AA53-79B91DB7C493}">
      <dgm:prSet custT="1"/>
      <dgm:spPr/>
      <dgm:t>
        <a:bodyPr/>
        <a:lstStyle/>
        <a:p>
          <a:r>
            <a:rPr lang="en-US" sz="1200" dirty="0">
              <a:latin typeface="Calibri" panose="020F0502020204030204" charset="0"/>
              <a:cs typeface="Calibri" panose="020F0502020204030204" charset="0"/>
              <a:sym typeface="Times New Roman" panose="02020603050405020304"/>
            </a:rPr>
            <a:t>Results and Discussions</a:t>
          </a:r>
        </a:p>
      </dgm:t>
    </dgm:pt>
    <dgm:pt modelId="{00642A70-17AB-487D-A47C-8487F8756B8A}" type="parTrans" cxnId="{58FD6388-B4E6-471F-9261-F03B42904245}">
      <dgm:prSet/>
      <dgm:spPr/>
      <dgm:t>
        <a:bodyPr/>
        <a:lstStyle/>
        <a:p>
          <a:endParaRPr lang="en-IN" sz="3600"/>
        </a:p>
      </dgm:t>
    </dgm:pt>
    <dgm:pt modelId="{EF4DB42E-849A-42F6-A2DE-B5888DAD7F3A}" type="sibTrans" cxnId="{58FD6388-B4E6-471F-9261-F03B42904245}">
      <dgm:prSet/>
      <dgm:spPr/>
      <dgm:t>
        <a:bodyPr/>
        <a:lstStyle/>
        <a:p>
          <a:endParaRPr lang="en-IN" sz="3600"/>
        </a:p>
      </dgm:t>
    </dgm:pt>
    <dgm:pt modelId="{DFA72337-5A94-4B85-B146-30661019BFDD}">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References</a:t>
          </a:r>
        </a:p>
      </dgm:t>
    </dgm:pt>
    <dgm:pt modelId="{A527380B-2AEF-4760-8639-4E01A90D5892}" type="parTrans" cxnId="{155BB819-F682-4AFF-9FEF-033DFF1AEED6}">
      <dgm:prSet/>
      <dgm:spPr/>
      <dgm:t>
        <a:bodyPr/>
        <a:lstStyle/>
        <a:p>
          <a:endParaRPr lang="en-IN" sz="3600"/>
        </a:p>
      </dgm:t>
    </dgm:pt>
    <dgm:pt modelId="{4B1868F9-BB89-46B7-8B75-615B4213826F}" type="sibTrans" cxnId="{155BB819-F682-4AFF-9FEF-033DFF1AEED6}">
      <dgm:prSet/>
      <dgm:spPr/>
      <dgm:t>
        <a:bodyPr/>
        <a:lstStyle/>
        <a:p>
          <a:endParaRPr lang="en-IN" sz="3600"/>
        </a:p>
      </dgm:t>
    </dgm:pt>
    <dgm:pt modelId="{DDFE9B7C-E74F-489C-B967-870C582E24C4}">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Literature Review</a:t>
          </a:r>
        </a:p>
      </dgm:t>
    </dgm:pt>
    <dgm:pt modelId="{9BA20B40-28FC-4730-AFC2-3C5E84A3DFED}" type="parTrans" cxnId="{35A7AE40-BBC0-4BE1-899A-4B98CB889450}">
      <dgm:prSet/>
      <dgm:spPr/>
      <dgm:t>
        <a:bodyPr/>
        <a:lstStyle/>
        <a:p>
          <a:endParaRPr lang="en-IN" sz="3600"/>
        </a:p>
      </dgm:t>
    </dgm:pt>
    <dgm:pt modelId="{4181DB80-4D44-440C-817D-7B86358FAFE6}" type="sibTrans" cxnId="{35A7AE40-BBC0-4BE1-899A-4B98CB889450}">
      <dgm:prSet/>
      <dgm:spPr/>
      <dgm:t>
        <a:bodyPr/>
        <a:lstStyle/>
        <a:p>
          <a:endParaRPr lang="en-IN" sz="3600"/>
        </a:p>
      </dgm:t>
    </dgm:pt>
    <dgm:pt modelId="{0EA0FB47-0E3F-4744-B6E2-85FE1FD50F74}">
      <dgm:prSet custT="1"/>
      <dgm:spPr/>
      <dgm:t>
        <a:bodyPr/>
        <a:lstStyle/>
        <a:p>
          <a:r>
            <a:rPr lang="en-US" sz="1200" dirty="0">
              <a:latin typeface="Calibri" panose="020F0502020204030204" charset="0"/>
              <a:cs typeface="Calibri" panose="020F0502020204030204" charset="0"/>
              <a:sym typeface="Times New Roman" panose="02020603050405020304"/>
            </a:rPr>
            <a:t>SDG Alignment</a:t>
          </a:r>
        </a:p>
      </dgm:t>
    </dgm:pt>
    <dgm:pt modelId="{B846DABF-F980-49F5-B98B-954B3ECF5FDA}" type="parTrans" cxnId="{242CECDC-7DB6-4601-AC49-E9E83A211CAB}">
      <dgm:prSet/>
      <dgm:spPr/>
      <dgm:t>
        <a:bodyPr/>
        <a:lstStyle/>
        <a:p>
          <a:endParaRPr lang="en-IN" sz="3600"/>
        </a:p>
      </dgm:t>
    </dgm:pt>
    <dgm:pt modelId="{D8CA33FD-45C2-4DFE-96F8-5AAD46F720C2}" type="sibTrans" cxnId="{242CECDC-7DB6-4601-AC49-E9E83A211CAB}">
      <dgm:prSet/>
      <dgm:spPr/>
      <dgm:t>
        <a:bodyPr/>
        <a:lstStyle/>
        <a:p>
          <a:endParaRPr lang="en-IN" sz="3600"/>
        </a:p>
      </dgm:t>
    </dgm:pt>
    <dgm:pt modelId="{6CA742E8-F4BB-45C5-AC0C-3065FF333953}">
      <dgm:prSet custT="1"/>
      <dgm:spPr/>
      <dgm:t>
        <a:bodyPr/>
        <a:lstStyle/>
        <a:p>
          <a:r>
            <a:rPr lang="en-US" sz="1200" dirty="0">
              <a:latin typeface="Calibri" panose="020F0502020204030204" charset="0"/>
              <a:ea typeface="Times New Roman" panose="02020603050405020304"/>
              <a:cs typeface="Calibri" panose="020F0502020204030204" charset="0"/>
              <a:sym typeface="Times New Roman" panose="02020603050405020304"/>
            </a:rPr>
            <a:t>Industry Mentor - Communication Details</a:t>
          </a:r>
        </a:p>
      </dgm:t>
    </dgm:pt>
    <dgm:pt modelId="{45A73A90-1C7B-4EF7-9B50-1D1AA680E94B}" type="parTrans" cxnId="{6B191553-50FB-4C42-8BEB-3B0AD48CFFE4}">
      <dgm:prSet/>
      <dgm:spPr/>
      <dgm:t>
        <a:bodyPr/>
        <a:lstStyle/>
        <a:p>
          <a:endParaRPr lang="en-IN" sz="3600"/>
        </a:p>
      </dgm:t>
    </dgm:pt>
    <dgm:pt modelId="{2129A136-EB74-49EA-907E-637106BBF7E8}" type="sibTrans" cxnId="{6B191553-50FB-4C42-8BEB-3B0AD48CFFE4}">
      <dgm:prSet/>
      <dgm:spPr/>
      <dgm:t>
        <a:bodyPr/>
        <a:lstStyle/>
        <a:p>
          <a:endParaRPr lang="en-IN" sz="3600"/>
        </a:p>
      </dgm:t>
    </dgm:pt>
    <dgm:pt modelId="{2546B2F6-6DCC-416D-8F15-B2856B484BA5}" type="pres">
      <dgm:prSet presAssocID="{5B308136-AD0F-48CE-A313-99622B080E24}" presName="linear" presStyleCnt="0">
        <dgm:presLayoutVars>
          <dgm:dir/>
          <dgm:animLvl val="lvl"/>
          <dgm:resizeHandles val="exact"/>
        </dgm:presLayoutVars>
      </dgm:prSet>
      <dgm:spPr/>
    </dgm:pt>
    <dgm:pt modelId="{7125A321-B740-4992-8AAF-9BD2E0C303BB}" type="pres">
      <dgm:prSet presAssocID="{4EDD8B4C-1562-4225-82D8-8F9E5BC036E1}" presName="parentLin" presStyleCnt="0"/>
      <dgm:spPr/>
    </dgm:pt>
    <dgm:pt modelId="{707503AA-5D71-430A-9473-57AEC0021240}" type="pres">
      <dgm:prSet presAssocID="{4EDD8B4C-1562-4225-82D8-8F9E5BC036E1}" presName="parentLeftMargin" presStyleLbl="node1" presStyleIdx="0" presStyleCnt="11"/>
      <dgm:spPr/>
    </dgm:pt>
    <dgm:pt modelId="{BFF0BDF6-B457-4093-9F49-F1387741DB9B}" type="pres">
      <dgm:prSet presAssocID="{4EDD8B4C-1562-4225-82D8-8F9E5BC036E1}" presName="parentText" presStyleLbl="node1" presStyleIdx="0" presStyleCnt="11">
        <dgm:presLayoutVars>
          <dgm:chMax val="0"/>
          <dgm:bulletEnabled val="1"/>
        </dgm:presLayoutVars>
      </dgm:prSet>
      <dgm:spPr/>
    </dgm:pt>
    <dgm:pt modelId="{74AB989E-015C-4FF4-91B3-FB8EDF1D2DAE}" type="pres">
      <dgm:prSet presAssocID="{4EDD8B4C-1562-4225-82D8-8F9E5BC036E1}" presName="negativeSpace" presStyleCnt="0"/>
      <dgm:spPr/>
    </dgm:pt>
    <dgm:pt modelId="{1069076D-6D15-440C-8682-F89984DC2BE3}" type="pres">
      <dgm:prSet presAssocID="{4EDD8B4C-1562-4225-82D8-8F9E5BC036E1}" presName="childText" presStyleLbl="conFgAcc1" presStyleIdx="0" presStyleCnt="11">
        <dgm:presLayoutVars>
          <dgm:bulletEnabled val="1"/>
        </dgm:presLayoutVars>
      </dgm:prSet>
      <dgm:spPr/>
    </dgm:pt>
    <dgm:pt modelId="{7936B76D-DD54-4EEC-9C6C-FB9BDB669E8A}" type="pres">
      <dgm:prSet presAssocID="{DD1A4B99-8DDE-40F3-8AD5-46AC08D9A521}" presName="spaceBetweenRectangles" presStyleCnt="0"/>
      <dgm:spPr/>
    </dgm:pt>
    <dgm:pt modelId="{481700E3-303E-41C8-870B-6E85C744D678}" type="pres">
      <dgm:prSet presAssocID="{01655E91-A635-4ABF-9277-EEAEC57ECCE4}" presName="parentLin" presStyleCnt="0"/>
      <dgm:spPr/>
    </dgm:pt>
    <dgm:pt modelId="{F53F195D-1080-4B99-8E30-C12600A93C04}" type="pres">
      <dgm:prSet presAssocID="{01655E91-A635-4ABF-9277-EEAEC57ECCE4}" presName="parentLeftMargin" presStyleLbl="node1" presStyleIdx="0" presStyleCnt="11"/>
      <dgm:spPr/>
    </dgm:pt>
    <dgm:pt modelId="{73735283-B768-49FC-A0A6-5F548B0262C6}" type="pres">
      <dgm:prSet presAssocID="{01655E91-A635-4ABF-9277-EEAEC57ECCE4}" presName="parentText" presStyleLbl="node1" presStyleIdx="1" presStyleCnt="11">
        <dgm:presLayoutVars>
          <dgm:chMax val="0"/>
          <dgm:bulletEnabled val="1"/>
        </dgm:presLayoutVars>
      </dgm:prSet>
      <dgm:spPr/>
    </dgm:pt>
    <dgm:pt modelId="{B6451866-7097-4BD2-B0E1-5B9AA94DEE3E}" type="pres">
      <dgm:prSet presAssocID="{01655E91-A635-4ABF-9277-EEAEC57ECCE4}" presName="negativeSpace" presStyleCnt="0"/>
      <dgm:spPr/>
    </dgm:pt>
    <dgm:pt modelId="{B35A5ED8-298F-44AA-A1CD-9A25AF4572E0}" type="pres">
      <dgm:prSet presAssocID="{01655E91-A635-4ABF-9277-EEAEC57ECCE4}" presName="childText" presStyleLbl="conFgAcc1" presStyleIdx="1" presStyleCnt="11">
        <dgm:presLayoutVars>
          <dgm:bulletEnabled val="1"/>
        </dgm:presLayoutVars>
      </dgm:prSet>
      <dgm:spPr/>
    </dgm:pt>
    <dgm:pt modelId="{2A2195FD-A4C8-475F-BF2E-04ABB320C625}" type="pres">
      <dgm:prSet presAssocID="{E19D1B63-92ED-4981-97E5-3420672FAB0A}" presName="spaceBetweenRectangles" presStyleCnt="0"/>
      <dgm:spPr/>
    </dgm:pt>
    <dgm:pt modelId="{502138F7-0717-42D2-B6C2-4114766D6123}" type="pres">
      <dgm:prSet presAssocID="{707E7013-F28B-4C0B-96E4-90F82494643B}" presName="parentLin" presStyleCnt="0"/>
      <dgm:spPr/>
    </dgm:pt>
    <dgm:pt modelId="{3EFD7191-9DC0-46DC-A2D6-AF1839F6BAB7}" type="pres">
      <dgm:prSet presAssocID="{707E7013-F28B-4C0B-96E4-90F82494643B}" presName="parentLeftMargin" presStyleLbl="node1" presStyleIdx="1" presStyleCnt="11"/>
      <dgm:spPr/>
    </dgm:pt>
    <dgm:pt modelId="{6F649E14-F90C-40C0-9247-52CE20B83D0F}" type="pres">
      <dgm:prSet presAssocID="{707E7013-F28B-4C0B-96E4-90F82494643B}" presName="parentText" presStyleLbl="node1" presStyleIdx="2" presStyleCnt="11">
        <dgm:presLayoutVars>
          <dgm:chMax val="0"/>
          <dgm:bulletEnabled val="1"/>
        </dgm:presLayoutVars>
      </dgm:prSet>
      <dgm:spPr/>
    </dgm:pt>
    <dgm:pt modelId="{371CB375-2AAE-42DF-AD42-E9BB7DF0841E}" type="pres">
      <dgm:prSet presAssocID="{707E7013-F28B-4C0B-96E4-90F82494643B}" presName="negativeSpace" presStyleCnt="0"/>
      <dgm:spPr/>
    </dgm:pt>
    <dgm:pt modelId="{3B83BCD7-18B7-49C1-A74A-CF2D0036B13E}" type="pres">
      <dgm:prSet presAssocID="{707E7013-F28B-4C0B-96E4-90F82494643B}" presName="childText" presStyleLbl="conFgAcc1" presStyleIdx="2" presStyleCnt="11">
        <dgm:presLayoutVars>
          <dgm:bulletEnabled val="1"/>
        </dgm:presLayoutVars>
      </dgm:prSet>
      <dgm:spPr/>
    </dgm:pt>
    <dgm:pt modelId="{31FF1A2E-B670-4C81-8BEA-CEB9A132DD3D}" type="pres">
      <dgm:prSet presAssocID="{DE3C17C7-011D-48E4-98AA-7F3DCF193D53}" presName="spaceBetweenRectangles" presStyleCnt="0"/>
      <dgm:spPr/>
    </dgm:pt>
    <dgm:pt modelId="{AED84D6A-C6F4-460D-84E2-4F4E6848D76C}" type="pres">
      <dgm:prSet presAssocID="{DDFE9B7C-E74F-489C-B967-870C582E24C4}" presName="parentLin" presStyleCnt="0"/>
      <dgm:spPr/>
    </dgm:pt>
    <dgm:pt modelId="{06A6B159-F13B-4634-8000-9288D8D62DA8}" type="pres">
      <dgm:prSet presAssocID="{DDFE9B7C-E74F-489C-B967-870C582E24C4}" presName="parentLeftMargin" presStyleLbl="node1" presStyleIdx="2" presStyleCnt="11"/>
      <dgm:spPr/>
    </dgm:pt>
    <dgm:pt modelId="{98BA3FB2-6F41-4FA5-9AD9-7F7F11282935}" type="pres">
      <dgm:prSet presAssocID="{DDFE9B7C-E74F-489C-B967-870C582E24C4}" presName="parentText" presStyleLbl="node1" presStyleIdx="3" presStyleCnt="11">
        <dgm:presLayoutVars>
          <dgm:chMax val="0"/>
          <dgm:bulletEnabled val="1"/>
        </dgm:presLayoutVars>
      </dgm:prSet>
      <dgm:spPr/>
    </dgm:pt>
    <dgm:pt modelId="{2FD48B11-A32D-43DB-B4FF-BD2600E39C74}" type="pres">
      <dgm:prSet presAssocID="{DDFE9B7C-E74F-489C-B967-870C582E24C4}" presName="negativeSpace" presStyleCnt="0"/>
      <dgm:spPr/>
    </dgm:pt>
    <dgm:pt modelId="{17D0B3AB-64D1-4D45-9EE1-8E9A0EDB9AF0}" type="pres">
      <dgm:prSet presAssocID="{DDFE9B7C-E74F-489C-B967-870C582E24C4}" presName="childText" presStyleLbl="conFgAcc1" presStyleIdx="3" presStyleCnt="11">
        <dgm:presLayoutVars>
          <dgm:bulletEnabled val="1"/>
        </dgm:presLayoutVars>
      </dgm:prSet>
      <dgm:spPr/>
    </dgm:pt>
    <dgm:pt modelId="{3FEC4E00-D0E4-4B71-B593-45CD2A95144A}" type="pres">
      <dgm:prSet presAssocID="{4181DB80-4D44-440C-817D-7B86358FAFE6}" presName="spaceBetweenRectangles" presStyleCnt="0"/>
      <dgm:spPr/>
    </dgm:pt>
    <dgm:pt modelId="{E4059171-4EF4-4FFA-88E9-F36418E50D50}" type="pres">
      <dgm:prSet presAssocID="{81618925-42AE-4454-A97C-CC7D476E3631}" presName="parentLin" presStyleCnt="0"/>
      <dgm:spPr/>
    </dgm:pt>
    <dgm:pt modelId="{AAF73E6A-F6AA-4152-A720-F6EA3263ABE5}" type="pres">
      <dgm:prSet presAssocID="{81618925-42AE-4454-A97C-CC7D476E3631}" presName="parentLeftMargin" presStyleLbl="node1" presStyleIdx="3" presStyleCnt="11"/>
      <dgm:spPr/>
    </dgm:pt>
    <dgm:pt modelId="{C46B5A00-36FF-4D9C-A7C7-BC285846A9C9}" type="pres">
      <dgm:prSet presAssocID="{81618925-42AE-4454-A97C-CC7D476E3631}" presName="parentText" presStyleLbl="node1" presStyleIdx="4" presStyleCnt="11">
        <dgm:presLayoutVars>
          <dgm:chMax val="0"/>
          <dgm:bulletEnabled val="1"/>
        </dgm:presLayoutVars>
      </dgm:prSet>
      <dgm:spPr/>
    </dgm:pt>
    <dgm:pt modelId="{D6C1D20C-3524-412E-B731-ABDD11117D19}" type="pres">
      <dgm:prSet presAssocID="{81618925-42AE-4454-A97C-CC7D476E3631}" presName="negativeSpace" presStyleCnt="0"/>
      <dgm:spPr/>
    </dgm:pt>
    <dgm:pt modelId="{39B4BA54-3DBC-4377-AFC9-8976BC2C0FBE}" type="pres">
      <dgm:prSet presAssocID="{81618925-42AE-4454-A97C-CC7D476E3631}" presName="childText" presStyleLbl="conFgAcc1" presStyleIdx="4" presStyleCnt="11">
        <dgm:presLayoutVars>
          <dgm:bulletEnabled val="1"/>
        </dgm:presLayoutVars>
      </dgm:prSet>
      <dgm:spPr/>
    </dgm:pt>
    <dgm:pt modelId="{BA0C46B9-14D0-42D6-84FA-CBCFC5F63F96}" type="pres">
      <dgm:prSet presAssocID="{ED2A6E41-B5F1-4C5B-A4EE-B2097B3EA136}" presName="spaceBetweenRectangles" presStyleCnt="0"/>
      <dgm:spPr/>
    </dgm:pt>
    <dgm:pt modelId="{A74053BE-9A5B-414C-9DAA-DFD65956A6F8}" type="pres">
      <dgm:prSet presAssocID="{A6590246-8CE0-42C1-B5C4-F60D876C2744}" presName="parentLin" presStyleCnt="0"/>
      <dgm:spPr/>
    </dgm:pt>
    <dgm:pt modelId="{CC2FE17C-26B9-43CB-B27C-DE393175AB0C}" type="pres">
      <dgm:prSet presAssocID="{A6590246-8CE0-42C1-B5C4-F60D876C2744}" presName="parentLeftMargin" presStyleLbl="node1" presStyleIdx="4" presStyleCnt="11"/>
      <dgm:spPr/>
    </dgm:pt>
    <dgm:pt modelId="{953DD54F-475E-44B1-9825-16380EDD6BDC}" type="pres">
      <dgm:prSet presAssocID="{A6590246-8CE0-42C1-B5C4-F60D876C2744}" presName="parentText" presStyleLbl="node1" presStyleIdx="5" presStyleCnt="11">
        <dgm:presLayoutVars>
          <dgm:chMax val="0"/>
          <dgm:bulletEnabled val="1"/>
        </dgm:presLayoutVars>
      </dgm:prSet>
      <dgm:spPr/>
    </dgm:pt>
    <dgm:pt modelId="{04D0486A-6A42-41C1-BB9D-18E1A3D019D5}" type="pres">
      <dgm:prSet presAssocID="{A6590246-8CE0-42C1-B5C4-F60D876C2744}" presName="negativeSpace" presStyleCnt="0"/>
      <dgm:spPr/>
    </dgm:pt>
    <dgm:pt modelId="{97DF601E-6FDA-4AA0-B219-3EA52CB225F0}" type="pres">
      <dgm:prSet presAssocID="{A6590246-8CE0-42C1-B5C4-F60D876C2744}" presName="childText" presStyleLbl="conFgAcc1" presStyleIdx="5" presStyleCnt="11">
        <dgm:presLayoutVars>
          <dgm:bulletEnabled val="1"/>
        </dgm:presLayoutVars>
      </dgm:prSet>
      <dgm:spPr/>
    </dgm:pt>
    <dgm:pt modelId="{8C9524A3-2625-4798-B309-CB4840C23094}" type="pres">
      <dgm:prSet presAssocID="{9895CA8F-1EBF-40D0-BC5D-32D9CCDA5311}" presName="spaceBetweenRectangles" presStyleCnt="0"/>
      <dgm:spPr/>
    </dgm:pt>
    <dgm:pt modelId="{DB27E18C-CA40-4D69-B9A8-F68FE6F3C507}" type="pres">
      <dgm:prSet presAssocID="{C44BE2BE-B2BD-4B27-8FEE-AF81B1AE1C76}" presName="parentLin" presStyleCnt="0"/>
      <dgm:spPr/>
    </dgm:pt>
    <dgm:pt modelId="{4BF831C9-8B83-4714-81C1-FD7F01A25DF6}" type="pres">
      <dgm:prSet presAssocID="{C44BE2BE-B2BD-4B27-8FEE-AF81B1AE1C76}" presName="parentLeftMargin" presStyleLbl="node1" presStyleIdx="5" presStyleCnt="11"/>
      <dgm:spPr/>
    </dgm:pt>
    <dgm:pt modelId="{C3387EBC-107A-48E7-A053-DB855F4173B3}" type="pres">
      <dgm:prSet presAssocID="{C44BE2BE-B2BD-4B27-8FEE-AF81B1AE1C76}" presName="parentText" presStyleLbl="node1" presStyleIdx="6" presStyleCnt="11">
        <dgm:presLayoutVars>
          <dgm:chMax val="0"/>
          <dgm:bulletEnabled val="1"/>
        </dgm:presLayoutVars>
      </dgm:prSet>
      <dgm:spPr/>
    </dgm:pt>
    <dgm:pt modelId="{62F46A93-74A4-4C75-98E3-248AAC0B4840}" type="pres">
      <dgm:prSet presAssocID="{C44BE2BE-B2BD-4B27-8FEE-AF81B1AE1C76}" presName="negativeSpace" presStyleCnt="0"/>
      <dgm:spPr/>
    </dgm:pt>
    <dgm:pt modelId="{BDBD2FEA-A7AB-4A62-A73A-D1279F719342}" type="pres">
      <dgm:prSet presAssocID="{C44BE2BE-B2BD-4B27-8FEE-AF81B1AE1C76}" presName="childText" presStyleLbl="conFgAcc1" presStyleIdx="6" presStyleCnt="11">
        <dgm:presLayoutVars>
          <dgm:bulletEnabled val="1"/>
        </dgm:presLayoutVars>
      </dgm:prSet>
      <dgm:spPr/>
    </dgm:pt>
    <dgm:pt modelId="{5A327039-48D7-4540-B81E-410B57753CD4}" type="pres">
      <dgm:prSet presAssocID="{B0EE303B-D040-4CEE-869C-C701A8F485B1}" presName="spaceBetweenRectangles" presStyleCnt="0"/>
      <dgm:spPr/>
    </dgm:pt>
    <dgm:pt modelId="{531D258A-DFFE-47DD-ABDC-FAB751B7E6A3}" type="pres">
      <dgm:prSet presAssocID="{7E5E026F-4B20-42CA-AA53-79B91DB7C493}" presName="parentLin" presStyleCnt="0"/>
      <dgm:spPr/>
    </dgm:pt>
    <dgm:pt modelId="{0CE4FAC5-FE19-48A6-973D-55F077BDA197}" type="pres">
      <dgm:prSet presAssocID="{7E5E026F-4B20-42CA-AA53-79B91DB7C493}" presName="parentLeftMargin" presStyleLbl="node1" presStyleIdx="6" presStyleCnt="11"/>
      <dgm:spPr/>
    </dgm:pt>
    <dgm:pt modelId="{C8C345F3-99F8-4143-A6C7-8180968CE407}" type="pres">
      <dgm:prSet presAssocID="{7E5E026F-4B20-42CA-AA53-79B91DB7C493}" presName="parentText" presStyleLbl="node1" presStyleIdx="7" presStyleCnt="11">
        <dgm:presLayoutVars>
          <dgm:chMax val="0"/>
          <dgm:bulletEnabled val="1"/>
        </dgm:presLayoutVars>
      </dgm:prSet>
      <dgm:spPr/>
    </dgm:pt>
    <dgm:pt modelId="{4C1028CF-4C87-4FFB-AC58-D66C5F980879}" type="pres">
      <dgm:prSet presAssocID="{7E5E026F-4B20-42CA-AA53-79B91DB7C493}" presName="negativeSpace" presStyleCnt="0"/>
      <dgm:spPr/>
    </dgm:pt>
    <dgm:pt modelId="{E694D297-3622-4D2F-A4B4-BF2183D4880B}" type="pres">
      <dgm:prSet presAssocID="{7E5E026F-4B20-42CA-AA53-79B91DB7C493}" presName="childText" presStyleLbl="conFgAcc1" presStyleIdx="7" presStyleCnt="11">
        <dgm:presLayoutVars>
          <dgm:bulletEnabled val="1"/>
        </dgm:presLayoutVars>
      </dgm:prSet>
      <dgm:spPr/>
    </dgm:pt>
    <dgm:pt modelId="{2EB83B8B-2F52-4CB5-9CE6-A13A36BDF144}" type="pres">
      <dgm:prSet presAssocID="{EF4DB42E-849A-42F6-A2DE-B5888DAD7F3A}" presName="spaceBetweenRectangles" presStyleCnt="0"/>
      <dgm:spPr/>
    </dgm:pt>
    <dgm:pt modelId="{A6E5431F-B3FA-49A6-BA29-5A38193F6389}" type="pres">
      <dgm:prSet presAssocID="{0EA0FB47-0E3F-4744-B6E2-85FE1FD50F74}" presName="parentLin" presStyleCnt="0"/>
      <dgm:spPr/>
    </dgm:pt>
    <dgm:pt modelId="{F013C30F-82BB-4DCE-B1D7-2E1981CC61AB}" type="pres">
      <dgm:prSet presAssocID="{0EA0FB47-0E3F-4744-B6E2-85FE1FD50F74}" presName="parentLeftMargin" presStyleLbl="node1" presStyleIdx="7" presStyleCnt="11"/>
      <dgm:spPr/>
    </dgm:pt>
    <dgm:pt modelId="{210DAFE4-5122-4693-8470-8E23776E1784}" type="pres">
      <dgm:prSet presAssocID="{0EA0FB47-0E3F-4744-B6E2-85FE1FD50F74}" presName="parentText" presStyleLbl="node1" presStyleIdx="8" presStyleCnt="11">
        <dgm:presLayoutVars>
          <dgm:chMax val="0"/>
          <dgm:bulletEnabled val="1"/>
        </dgm:presLayoutVars>
      </dgm:prSet>
      <dgm:spPr/>
    </dgm:pt>
    <dgm:pt modelId="{C4AD4352-FC52-4BBC-89EC-7756408F05A3}" type="pres">
      <dgm:prSet presAssocID="{0EA0FB47-0E3F-4744-B6E2-85FE1FD50F74}" presName="negativeSpace" presStyleCnt="0"/>
      <dgm:spPr/>
    </dgm:pt>
    <dgm:pt modelId="{9A7F95C5-5FA7-4F36-B203-DDF4AC1B8DC4}" type="pres">
      <dgm:prSet presAssocID="{0EA0FB47-0E3F-4744-B6E2-85FE1FD50F74}" presName="childText" presStyleLbl="conFgAcc1" presStyleIdx="8" presStyleCnt="11">
        <dgm:presLayoutVars>
          <dgm:bulletEnabled val="1"/>
        </dgm:presLayoutVars>
      </dgm:prSet>
      <dgm:spPr/>
    </dgm:pt>
    <dgm:pt modelId="{76044D38-A900-48E2-8941-7F5E3E5B5C2B}" type="pres">
      <dgm:prSet presAssocID="{D8CA33FD-45C2-4DFE-96F8-5AAD46F720C2}" presName="spaceBetweenRectangles" presStyleCnt="0"/>
      <dgm:spPr/>
    </dgm:pt>
    <dgm:pt modelId="{0F04256B-F144-4D4E-BA4E-0C46A7468464}" type="pres">
      <dgm:prSet presAssocID="{DFA72337-5A94-4B85-B146-30661019BFDD}" presName="parentLin" presStyleCnt="0"/>
      <dgm:spPr/>
    </dgm:pt>
    <dgm:pt modelId="{71C968C9-2420-49E1-A3C9-76DC686B89F1}" type="pres">
      <dgm:prSet presAssocID="{DFA72337-5A94-4B85-B146-30661019BFDD}" presName="parentLeftMargin" presStyleLbl="node1" presStyleIdx="8" presStyleCnt="11"/>
      <dgm:spPr/>
    </dgm:pt>
    <dgm:pt modelId="{D8ECA0C4-A6DD-48A1-85A2-6AE9D83A7C80}" type="pres">
      <dgm:prSet presAssocID="{DFA72337-5A94-4B85-B146-30661019BFDD}" presName="parentText" presStyleLbl="node1" presStyleIdx="9" presStyleCnt="11">
        <dgm:presLayoutVars>
          <dgm:chMax val="0"/>
          <dgm:bulletEnabled val="1"/>
        </dgm:presLayoutVars>
      </dgm:prSet>
      <dgm:spPr/>
    </dgm:pt>
    <dgm:pt modelId="{7CBB161D-6103-42EF-B627-0B9ADD85AA3E}" type="pres">
      <dgm:prSet presAssocID="{DFA72337-5A94-4B85-B146-30661019BFDD}" presName="negativeSpace" presStyleCnt="0"/>
      <dgm:spPr/>
    </dgm:pt>
    <dgm:pt modelId="{6D580D85-318A-41AB-B2BB-09DE7F544CD5}" type="pres">
      <dgm:prSet presAssocID="{DFA72337-5A94-4B85-B146-30661019BFDD}" presName="childText" presStyleLbl="conFgAcc1" presStyleIdx="9" presStyleCnt="11">
        <dgm:presLayoutVars>
          <dgm:bulletEnabled val="1"/>
        </dgm:presLayoutVars>
      </dgm:prSet>
      <dgm:spPr/>
    </dgm:pt>
    <dgm:pt modelId="{459E89AE-158B-492F-A826-E32A84BC770B}" type="pres">
      <dgm:prSet presAssocID="{4B1868F9-BB89-46B7-8B75-615B4213826F}" presName="spaceBetweenRectangles" presStyleCnt="0"/>
      <dgm:spPr/>
    </dgm:pt>
    <dgm:pt modelId="{8832FA94-8906-4BC3-BAEB-D39B49EA2C1C}" type="pres">
      <dgm:prSet presAssocID="{6CA742E8-F4BB-45C5-AC0C-3065FF333953}" presName="parentLin" presStyleCnt="0"/>
      <dgm:spPr/>
    </dgm:pt>
    <dgm:pt modelId="{331B29FF-AC7B-411B-94B5-2302DF4B389F}" type="pres">
      <dgm:prSet presAssocID="{6CA742E8-F4BB-45C5-AC0C-3065FF333953}" presName="parentLeftMargin" presStyleLbl="node1" presStyleIdx="9" presStyleCnt="11"/>
      <dgm:spPr/>
    </dgm:pt>
    <dgm:pt modelId="{98CBB902-F3A2-4E35-BC52-0FFC7A3BF167}" type="pres">
      <dgm:prSet presAssocID="{6CA742E8-F4BB-45C5-AC0C-3065FF333953}" presName="parentText" presStyleLbl="node1" presStyleIdx="10" presStyleCnt="11">
        <dgm:presLayoutVars>
          <dgm:chMax val="0"/>
          <dgm:bulletEnabled val="1"/>
        </dgm:presLayoutVars>
      </dgm:prSet>
      <dgm:spPr/>
    </dgm:pt>
    <dgm:pt modelId="{775C6B72-FF2F-43A8-A414-2319A62D8991}" type="pres">
      <dgm:prSet presAssocID="{6CA742E8-F4BB-45C5-AC0C-3065FF333953}" presName="negativeSpace" presStyleCnt="0"/>
      <dgm:spPr/>
    </dgm:pt>
    <dgm:pt modelId="{55659F83-2406-4823-81BB-BC82783CCF1F}" type="pres">
      <dgm:prSet presAssocID="{6CA742E8-F4BB-45C5-AC0C-3065FF333953}" presName="childText" presStyleLbl="conFgAcc1" presStyleIdx="10" presStyleCnt="11">
        <dgm:presLayoutVars>
          <dgm:bulletEnabled val="1"/>
        </dgm:presLayoutVars>
      </dgm:prSet>
      <dgm:spPr/>
    </dgm:pt>
  </dgm:ptLst>
  <dgm:cxnLst>
    <dgm:cxn modelId="{CB588000-9BB9-4401-913E-DFF562842CAC}" type="presOf" srcId="{DDFE9B7C-E74F-489C-B967-870C582E24C4}" destId="{06A6B159-F13B-4634-8000-9288D8D62DA8}" srcOrd="0" destOrd="0" presId="urn:microsoft.com/office/officeart/2005/8/layout/list1"/>
    <dgm:cxn modelId="{D2A8AB0B-210C-46AA-9DA8-E4A5D78C0414}" type="presOf" srcId="{01655E91-A635-4ABF-9277-EEAEC57ECCE4}" destId="{F53F195D-1080-4B99-8E30-C12600A93C04}" srcOrd="0" destOrd="0" presId="urn:microsoft.com/office/officeart/2005/8/layout/list1"/>
    <dgm:cxn modelId="{9AEBBB13-9767-40E8-9830-0B3537B10E00}" type="presOf" srcId="{4EDD8B4C-1562-4225-82D8-8F9E5BC036E1}" destId="{BFF0BDF6-B457-4093-9F49-F1387741DB9B}" srcOrd="1" destOrd="0" presId="urn:microsoft.com/office/officeart/2005/8/layout/list1"/>
    <dgm:cxn modelId="{155BB819-F682-4AFF-9FEF-033DFF1AEED6}" srcId="{5B308136-AD0F-48CE-A313-99622B080E24}" destId="{DFA72337-5A94-4B85-B146-30661019BFDD}" srcOrd="9" destOrd="0" parTransId="{A527380B-2AEF-4760-8639-4E01A90D5892}" sibTransId="{4B1868F9-BB89-46B7-8B75-615B4213826F}"/>
    <dgm:cxn modelId="{AF966724-7302-4F5B-B4C0-7FB4B45A6173}" type="presOf" srcId="{7E5E026F-4B20-42CA-AA53-79B91DB7C493}" destId="{C8C345F3-99F8-4143-A6C7-8180968CE407}" srcOrd="1" destOrd="0" presId="urn:microsoft.com/office/officeart/2005/8/layout/list1"/>
    <dgm:cxn modelId="{35A7AE40-BBC0-4BE1-899A-4B98CB889450}" srcId="{5B308136-AD0F-48CE-A313-99622B080E24}" destId="{DDFE9B7C-E74F-489C-B967-870C582E24C4}" srcOrd="3" destOrd="0" parTransId="{9BA20B40-28FC-4730-AFC2-3C5E84A3DFED}" sibTransId="{4181DB80-4D44-440C-817D-7B86358FAFE6}"/>
    <dgm:cxn modelId="{6668EB40-17A5-4E6E-85D2-A562874F8F7D}" type="presOf" srcId="{DFA72337-5A94-4B85-B146-30661019BFDD}" destId="{D8ECA0C4-A6DD-48A1-85A2-6AE9D83A7C80}" srcOrd="1" destOrd="0" presId="urn:microsoft.com/office/officeart/2005/8/layout/list1"/>
    <dgm:cxn modelId="{264E4C5D-14A6-4890-B7E2-DA6F45E170FF}" type="presOf" srcId="{81618925-42AE-4454-A97C-CC7D476E3631}" destId="{AAF73E6A-F6AA-4152-A720-F6EA3263ABE5}" srcOrd="0" destOrd="0" presId="urn:microsoft.com/office/officeart/2005/8/layout/list1"/>
    <dgm:cxn modelId="{72774260-BA5C-4ACE-ABF2-4F4FB5FACF81}" type="presOf" srcId="{707E7013-F28B-4C0B-96E4-90F82494643B}" destId="{6F649E14-F90C-40C0-9247-52CE20B83D0F}" srcOrd="1" destOrd="0" presId="urn:microsoft.com/office/officeart/2005/8/layout/list1"/>
    <dgm:cxn modelId="{952DB262-E543-4C1F-A250-6B4AD9302207}" type="presOf" srcId="{DDFE9B7C-E74F-489C-B967-870C582E24C4}" destId="{98BA3FB2-6F41-4FA5-9AD9-7F7F11282935}" srcOrd="1" destOrd="0" presId="urn:microsoft.com/office/officeart/2005/8/layout/list1"/>
    <dgm:cxn modelId="{B8DEBD43-9DC0-4AF4-A6A8-E52472AAAA46}" type="presOf" srcId="{A6590246-8CE0-42C1-B5C4-F60D876C2744}" destId="{CC2FE17C-26B9-43CB-B27C-DE393175AB0C}" srcOrd="0" destOrd="0" presId="urn:microsoft.com/office/officeart/2005/8/layout/list1"/>
    <dgm:cxn modelId="{7ECCF863-E598-46A5-9327-36BA91558561}" type="presOf" srcId="{707E7013-F28B-4C0B-96E4-90F82494643B}" destId="{3EFD7191-9DC0-46DC-A2D6-AF1839F6BAB7}" srcOrd="0" destOrd="0" presId="urn:microsoft.com/office/officeart/2005/8/layout/list1"/>
    <dgm:cxn modelId="{E9F01366-4BE8-4B90-A750-F06C0CC2B2BC}" srcId="{5B308136-AD0F-48CE-A313-99622B080E24}" destId="{A6590246-8CE0-42C1-B5C4-F60D876C2744}" srcOrd="5" destOrd="0" parTransId="{C5597D93-23A7-4931-810D-FCAD878CCAFA}" sibTransId="{9895CA8F-1EBF-40D0-BC5D-32D9CCDA5311}"/>
    <dgm:cxn modelId="{90C0E366-C61A-416A-A636-01B5CA393F4F}" type="presOf" srcId="{6CA742E8-F4BB-45C5-AC0C-3065FF333953}" destId="{331B29FF-AC7B-411B-94B5-2302DF4B389F}" srcOrd="0" destOrd="0" presId="urn:microsoft.com/office/officeart/2005/8/layout/list1"/>
    <dgm:cxn modelId="{6B191553-50FB-4C42-8BEB-3B0AD48CFFE4}" srcId="{5B308136-AD0F-48CE-A313-99622B080E24}" destId="{6CA742E8-F4BB-45C5-AC0C-3065FF333953}" srcOrd="10" destOrd="0" parTransId="{45A73A90-1C7B-4EF7-9B50-1D1AA680E94B}" sibTransId="{2129A136-EB74-49EA-907E-637106BBF7E8}"/>
    <dgm:cxn modelId="{58FD6388-B4E6-471F-9261-F03B42904245}" srcId="{5B308136-AD0F-48CE-A313-99622B080E24}" destId="{7E5E026F-4B20-42CA-AA53-79B91DB7C493}" srcOrd="7" destOrd="0" parTransId="{00642A70-17AB-487D-A47C-8487F8756B8A}" sibTransId="{EF4DB42E-849A-42F6-A2DE-B5888DAD7F3A}"/>
    <dgm:cxn modelId="{CCE1DE8B-6E68-4084-8103-A243EDDA9380}" type="presOf" srcId="{0EA0FB47-0E3F-4744-B6E2-85FE1FD50F74}" destId="{F013C30F-82BB-4DCE-B1D7-2E1981CC61AB}" srcOrd="0" destOrd="0" presId="urn:microsoft.com/office/officeart/2005/8/layout/list1"/>
    <dgm:cxn modelId="{A3BCFD98-7796-4491-8EDD-F3269600F98B}" srcId="{5B308136-AD0F-48CE-A313-99622B080E24}" destId="{81618925-42AE-4454-A97C-CC7D476E3631}" srcOrd="4" destOrd="0" parTransId="{145E0B13-1D0B-4D7B-AA34-6074BFA7901E}" sibTransId="{ED2A6E41-B5F1-4C5B-A4EE-B2097B3EA136}"/>
    <dgm:cxn modelId="{32292D9B-2F69-42CF-A6A5-85F7C837DC67}" type="presOf" srcId="{0EA0FB47-0E3F-4744-B6E2-85FE1FD50F74}" destId="{210DAFE4-5122-4693-8470-8E23776E1784}" srcOrd="1" destOrd="0" presId="urn:microsoft.com/office/officeart/2005/8/layout/list1"/>
    <dgm:cxn modelId="{D13931A0-9288-481B-A6F3-D47F88273014}" type="presOf" srcId="{C44BE2BE-B2BD-4B27-8FEE-AF81B1AE1C76}" destId="{C3387EBC-107A-48E7-A053-DB855F4173B3}" srcOrd="1" destOrd="0" presId="urn:microsoft.com/office/officeart/2005/8/layout/list1"/>
    <dgm:cxn modelId="{A496E8A5-2684-4698-8208-080F44FE2EC1}" srcId="{5B308136-AD0F-48CE-A313-99622B080E24}" destId="{4EDD8B4C-1562-4225-82D8-8F9E5BC036E1}" srcOrd="0" destOrd="0" parTransId="{4993EA45-F426-45C7-9D78-859CB8B2955E}" sibTransId="{DD1A4B99-8DDE-40F3-8AD5-46AC08D9A521}"/>
    <dgm:cxn modelId="{AC0387AB-DE02-495D-A15F-63C7790A5AEB}" type="presOf" srcId="{C44BE2BE-B2BD-4B27-8FEE-AF81B1AE1C76}" destId="{4BF831C9-8B83-4714-81C1-FD7F01A25DF6}" srcOrd="0" destOrd="0" presId="urn:microsoft.com/office/officeart/2005/8/layout/list1"/>
    <dgm:cxn modelId="{A5B753AC-C1B9-482B-B74E-501E4F09B7C6}" type="presOf" srcId="{DFA72337-5A94-4B85-B146-30661019BFDD}" destId="{71C968C9-2420-49E1-A3C9-76DC686B89F1}" srcOrd="0" destOrd="0" presId="urn:microsoft.com/office/officeart/2005/8/layout/list1"/>
    <dgm:cxn modelId="{EC9DF5B8-1DB4-4A65-9B54-3B253DE8BF58}" type="presOf" srcId="{01655E91-A635-4ABF-9277-EEAEC57ECCE4}" destId="{73735283-B768-49FC-A0A6-5F548B0262C6}" srcOrd="1" destOrd="0" presId="urn:microsoft.com/office/officeart/2005/8/layout/list1"/>
    <dgm:cxn modelId="{A31CF7C7-299A-46D5-92F6-BEA29F188D46}" srcId="{5B308136-AD0F-48CE-A313-99622B080E24}" destId="{01655E91-A635-4ABF-9277-EEAEC57ECCE4}" srcOrd="1" destOrd="0" parTransId="{110831B6-FC09-4137-84EE-BAF35BB3E5D0}" sibTransId="{E19D1B63-92ED-4981-97E5-3420672FAB0A}"/>
    <dgm:cxn modelId="{F64F0FCE-943D-4128-B400-FCEB10B24118}" srcId="{5B308136-AD0F-48CE-A313-99622B080E24}" destId="{707E7013-F28B-4C0B-96E4-90F82494643B}" srcOrd="2" destOrd="0" parTransId="{43F41509-9EF8-4E25-8673-55FD7C73296F}" sibTransId="{DE3C17C7-011D-48E4-98AA-7F3DCF193D53}"/>
    <dgm:cxn modelId="{A814FDCF-EC02-465E-ABC6-8C285D664A5A}" type="presOf" srcId="{5B308136-AD0F-48CE-A313-99622B080E24}" destId="{2546B2F6-6DCC-416D-8F15-B2856B484BA5}" srcOrd="0" destOrd="0" presId="urn:microsoft.com/office/officeart/2005/8/layout/list1"/>
    <dgm:cxn modelId="{525029D2-9BBF-4816-8FE0-432A2EC098B9}" type="presOf" srcId="{81618925-42AE-4454-A97C-CC7D476E3631}" destId="{C46B5A00-36FF-4D9C-A7C7-BC285846A9C9}" srcOrd="1" destOrd="0" presId="urn:microsoft.com/office/officeart/2005/8/layout/list1"/>
    <dgm:cxn modelId="{5AF267DC-8A40-4D31-8F1D-D5F0264DC845}" type="presOf" srcId="{4EDD8B4C-1562-4225-82D8-8F9E5BC036E1}" destId="{707503AA-5D71-430A-9473-57AEC0021240}" srcOrd="0" destOrd="0" presId="urn:microsoft.com/office/officeart/2005/8/layout/list1"/>
    <dgm:cxn modelId="{242CECDC-7DB6-4601-AC49-E9E83A211CAB}" srcId="{5B308136-AD0F-48CE-A313-99622B080E24}" destId="{0EA0FB47-0E3F-4744-B6E2-85FE1FD50F74}" srcOrd="8" destOrd="0" parTransId="{B846DABF-F980-49F5-B98B-954B3ECF5FDA}" sibTransId="{D8CA33FD-45C2-4DFE-96F8-5AAD46F720C2}"/>
    <dgm:cxn modelId="{200E9EDD-F7B2-400B-9757-9C9C1FD83205}" type="presOf" srcId="{7E5E026F-4B20-42CA-AA53-79B91DB7C493}" destId="{0CE4FAC5-FE19-48A6-973D-55F077BDA197}" srcOrd="0" destOrd="0" presId="urn:microsoft.com/office/officeart/2005/8/layout/list1"/>
    <dgm:cxn modelId="{948828E5-0F1B-4505-A51E-6B197D410AE5}" srcId="{5B308136-AD0F-48CE-A313-99622B080E24}" destId="{C44BE2BE-B2BD-4B27-8FEE-AF81B1AE1C76}" srcOrd="6" destOrd="0" parTransId="{C951026C-3BC5-46E1-BA2B-43A9AB47774D}" sibTransId="{B0EE303B-D040-4CEE-869C-C701A8F485B1}"/>
    <dgm:cxn modelId="{22EDE1ED-1FDD-4D3B-8247-0EBDBACD0044}" type="presOf" srcId="{6CA742E8-F4BB-45C5-AC0C-3065FF333953}" destId="{98CBB902-F3A2-4E35-BC52-0FFC7A3BF167}" srcOrd="1" destOrd="0" presId="urn:microsoft.com/office/officeart/2005/8/layout/list1"/>
    <dgm:cxn modelId="{63CE76FC-3587-4D54-A55E-C7BA1ECA07E4}" type="presOf" srcId="{A6590246-8CE0-42C1-B5C4-F60D876C2744}" destId="{953DD54F-475E-44B1-9825-16380EDD6BDC}" srcOrd="1" destOrd="0" presId="urn:microsoft.com/office/officeart/2005/8/layout/list1"/>
    <dgm:cxn modelId="{98647DFB-D62A-4C65-B65E-3C456258626D}" type="presParOf" srcId="{2546B2F6-6DCC-416D-8F15-B2856B484BA5}" destId="{7125A321-B740-4992-8AAF-9BD2E0C303BB}" srcOrd="0" destOrd="0" presId="urn:microsoft.com/office/officeart/2005/8/layout/list1"/>
    <dgm:cxn modelId="{2027F84D-5EB5-4601-BABF-14347597BC41}" type="presParOf" srcId="{7125A321-B740-4992-8AAF-9BD2E0C303BB}" destId="{707503AA-5D71-430A-9473-57AEC0021240}" srcOrd="0" destOrd="0" presId="urn:microsoft.com/office/officeart/2005/8/layout/list1"/>
    <dgm:cxn modelId="{82BCD235-2A10-4D07-AA16-B977031D58E2}" type="presParOf" srcId="{7125A321-B740-4992-8AAF-9BD2E0C303BB}" destId="{BFF0BDF6-B457-4093-9F49-F1387741DB9B}" srcOrd="1" destOrd="0" presId="urn:microsoft.com/office/officeart/2005/8/layout/list1"/>
    <dgm:cxn modelId="{85528AAB-5A9D-43FD-AA05-2C8C352363E5}" type="presParOf" srcId="{2546B2F6-6DCC-416D-8F15-B2856B484BA5}" destId="{74AB989E-015C-4FF4-91B3-FB8EDF1D2DAE}" srcOrd="1" destOrd="0" presId="urn:microsoft.com/office/officeart/2005/8/layout/list1"/>
    <dgm:cxn modelId="{E773355B-42EA-4D85-92EF-9E274A2B03AC}" type="presParOf" srcId="{2546B2F6-6DCC-416D-8F15-B2856B484BA5}" destId="{1069076D-6D15-440C-8682-F89984DC2BE3}" srcOrd="2" destOrd="0" presId="urn:microsoft.com/office/officeart/2005/8/layout/list1"/>
    <dgm:cxn modelId="{9654D15B-CC53-4AF6-8ABF-8D2AB6D6ECCF}" type="presParOf" srcId="{2546B2F6-6DCC-416D-8F15-B2856B484BA5}" destId="{7936B76D-DD54-4EEC-9C6C-FB9BDB669E8A}" srcOrd="3" destOrd="0" presId="urn:microsoft.com/office/officeart/2005/8/layout/list1"/>
    <dgm:cxn modelId="{85BDCC89-5217-4376-95BC-12BD13B053E4}" type="presParOf" srcId="{2546B2F6-6DCC-416D-8F15-B2856B484BA5}" destId="{481700E3-303E-41C8-870B-6E85C744D678}" srcOrd="4" destOrd="0" presId="urn:microsoft.com/office/officeart/2005/8/layout/list1"/>
    <dgm:cxn modelId="{8A25575F-F2A1-4007-9C61-FBBA2AB9BE8A}" type="presParOf" srcId="{481700E3-303E-41C8-870B-6E85C744D678}" destId="{F53F195D-1080-4B99-8E30-C12600A93C04}" srcOrd="0" destOrd="0" presId="urn:microsoft.com/office/officeart/2005/8/layout/list1"/>
    <dgm:cxn modelId="{084E14B1-3298-4F6A-BD28-984D0D205E14}" type="presParOf" srcId="{481700E3-303E-41C8-870B-6E85C744D678}" destId="{73735283-B768-49FC-A0A6-5F548B0262C6}" srcOrd="1" destOrd="0" presId="urn:microsoft.com/office/officeart/2005/8/layout/list1"/>
    <dgm:cxn modelId="{4B52DCEC-03D3-449E-9AE1-B64A3F02904F}" type="presParOf" srcId="{2546B2F6-6DCC-416D-8F15-B2856B484BA5}" destId="{B6451866-7097-4BD2-B0E1-5B9AA94DEE3E}" srcOrd="5" destOrd="0" presId="urn:microsoft.com/office/officeart/2005/8/layout/list1"/>
    <dgm:cxn modelId="{69D330D9-3693-486B-88EC-535D192DFB9E}" type="presParOf" srcId="{2546B2F6-6DCC-416D-8F15-B2856B484BA5}" destId="{B35A5ED8-298F-44AA-A1CD-9A25AF4572E0}" srcOrd="6" destOrd="0" presId="urn:microsoft.com/office/officeart/2005/8/layout/list1"/>
    <dgm:cxn modelId="{D088676F-39E2-4E08-A032-BAC5CDC0BC40}" type="presParOf" srcId="{2546B2F6-6DCC-416D-8F15-B2856B484BA5}" destId="{2A2195FD-A4C8-475F-BF2E-04ABB320C625}" srcOrd="7" destOrd="0" presId="urn:microsoft.com/office/officeart/2005/8/layout/list1"/>
    <dgm:cxn modelId="{7815911B-67B9-47A8-83A0-599FCD08CFA1}" type="presParOf" srcId="{2546B2F6-6DCC-416D-8F15-B2856B484BA5}" destId="{502138F7-0717-42D2-B6C2-4114766D6123}" srcOrd="8" destOrd="0" presId="urn:microsoft.com/office/officeart/2005/8/layout/list1"/>
    <dgm:cxn modelId="{BAFA99A1-9F8D-4F2B-8E50-0FD253D09D9D}" type="presParOf" srcId="{502138F7-0717-42D2-B6C2-4114766D6123}" destId="{3EFD7191-9DC0-46DC-A2D6-AF1839F6BAB7}" srcOrd="0" destOrd="0" presId="urn:microsoft.com/office/officeart/2005/8/layout/list1"/>
    <dgm:cxn modelId="{4ED70BBC-03FC-4CC9-A246-043D453104E2}" type="presParOf" srcId="{502138F7-0717-42D2-B6C2-4114766D6123}" destId="{6F649E14-F90C-40C0-9247-52CE20B83D0F}" srcOrd="1" destOrd="0" presId="urn:microsoft.com/office/officeart/2005/8/layout/list1"/>
    <dgm:cxn modelId="{F2FAA120-6FB2-4F33-A119-2E14AC6E2FA2}" type="presParOf" srcId="{2546B2F6-6DCC-416D-8F15-B2856B484BA5}" destId="{371CB375-2AAE-42DF-AD42-E9BB7DF0841E}" srcOrd="9" destOrd="0" presId="urn:microsoft.com/office/officeart/2005/8/layout/list1"/>
    <dgm:cxn modelId="{D5D03343-F3E1-484E-8B46-84D54F26EF3B}" type="presParOf" srcId="{2546B2F6-6DCC-416D-8F15-B2856B484BA5}" destId="{3B83BCD7-18B7-49C1-A74A-CF2D0036B13E}" srcOrd="10" destOrd="0" presId="urn:microsoft.com/office/officeart/2005/8/layout/list1"/>
    <dgm:cxn modelId="{74B502B1-F1B9-4537-BBBE-F7426E665B54}" type="presParOf" srcId="{2546B2F6-6DCC-416D-8F15-B2856B484BA5}" destId="{31FF1A2E-B670-4C81-8BEA-CEB9A132DD3D}" srcOrd="11" destOrd="0" presId="urn:microsoft.com/office/officeart/2005/8/layout/list1"/>
    <dgm:cxn modelId="{3AC2962E-C030-46FE-8A60-146ABC33FE92}" type="presParOf" srcId="{2546B2F6-6DCC-416D-8F15-B2856B484BA5}" destId="{AED84D6A-C6F4-460D-84E2-4F4E6848D76C}" srcOrd="12" destOrd="0" presId="urn:microsoft.com/office/officeart/2005/8/layout/list1"/>
    <dgm:cxn modelId="{23E93B0B-EDFC-4806-8C53-D09E32EA1A8F}" type="presParOf" srcId="{AED84D6A-C6F4-460D-84E2-4F4E6848D76C}" destId="{06A6B159-F13B-4634-8000-9288D8D62DA8}" srcOrd="0" destOrd="0" presId="urn:microsoft.com/office/officeart/2005/8/layout/list1"/>
    <dgm:cxn modelId="{F4EFAD58-94E4-4168-AC72-E2B45B87BEBA}" type="presParOf" srcId="{AED84D6A-C6F4-460D-84E2-4F4E6848D76C}" destId="{98BA3FB2-6F41-4FA5-9AD9-7F7F11282935}" srcOrd="1" destOrd="0" presId="urn:microsoft.com/office/officeart/2005/8/layout/list1"/>
    <dgm:cxn modelId="{A9C9CA24-5A21-4B04-BA87-8130B858F015}" type="presParOf" srcId="{2546B2F6-6DCC-416D-8F15-B2856B484BA5}" destId="{2FD48B11-A32D-43DB-B4FF-BD2600E39C74}" srcOrd="13" destOrd="0" presId="urn:microsoft.com/office/officeart/2005/8/layout/list1"/>
    <dgm:cxn modelId="{315ED0FE-461E-4C25-B3BE-F363B6F0166B}" type="presParOf" srcId="{2546B2F6-6DCC-416D-8F15-B2856B484BA5}" destId="{17D0B3AB-64D1-4D45-9EE1-8E9A0EDB9AF0}" srcOrd="14" destOrd="0" presId="urn:microsoft.com/office/officeart/2005/8/layout/list1"/>
    <dgm:cxn modelId="{B2E176E1-753B-4682-89AB-44869A741820}" type="presParOf" srcId="{2546B2F6-6DCC-416D-8F15-B2856B484BA5}" destId="{3FEC4E00-D0E4-4B71-B593-45CD2A95144A}" srcOrd="15" destOrd="0" presId="urn:microsoft.com/office/officeart/2005/8/layout/list1"/>
    <dgm:cxn modelId="{A527774C-B088-4EB4-92B0-6167C2AB77F6}" type="presParOf" srcId="{2546B2F6-6DCC-416D-8F15-B2856B484BA5}" destId="{E4059171-4EF4-4FFA-88E9-F36418E50D50}" srcOrd="16" destOrd="0" presId="urn:microsoft.com/office/officeart/2005/8/layout/list1"/>
    <dgm:cxn modelId="{7CF3B7EA-666C-4C0C-A43F-1CC0819EB47A}" type="presParOf" srcId="{E4059171-4EF4-4FFA-88E9-F36418E50D50}" destId="{AAF73E6A-F6AA-4152-A720-F6EA3263ABE5}" srcOrd="0" destOrd="0" presId="urn:microsoft.com/office/officeart/2005/8/layout/list1"/>
    <dgm:cxn modelId="{7C2A49F5-4BCA-4EC7-8FCA-D46CE00EE074}" type="presParOf" srcId="{E4059171-4EF4-4FFA-88E9-F36418E50D50}" destId="{C46B5A00-36FF-4D9C-A7C7-BC285846A9C9}" srcOrd="1" destOrd="0" presId="urn:microsoft.com/office/officeart/2005/8/layout/list1"/>
    <dgm:cxn modelId="{365A3ADA-D351-469D-A1DA-961ACA2BC5FD}" type="presParOf" srcId="{2546B2F6-6DCC-416D-8F15-B2856B484BA5}" destId="{D6C1D20C-3524-412E-B731-ABDD11117D19}" srcOrd="17" destOrd="0" presId="urn:microsoft.com/office/officeart/2005/8/layout/list1"/>
    <dgm:cxn modelId="{6607004C-7E2A-47F4-BF11-6DE1B384255E}" type="presParOf" srcId="{2546B2F6-6DCC-416D-8F15-B2856B484BA5}" destId="{39B4BA54-3DBC-4377-AFC9-8976BC2C0FBE}" srcOrd="18" destOrd="0" presId="urn:microsoft.com/office/officeart/2005/8/layout/list1"/>
    <dgm:cxn modelId="{3834E2CA-F8A7-4E02-90F6-63015865D99F}" type="presParOf" srcId="{2546B2F6-6DCC-416D-8F15-B2856B484BA5}" destId="{BA0C46B9-14D0-42D6-84FA-CBCFC5F63F96}" srcOrd="19" destOrd="0" presId="urn:microsoft.com/office/officeart/2005/8/layout/list1"/>
    <dgm:cxn modelId="{1E617094-168B-48DE-9012-0ABBB56D5357}" type="presParOf" srcId="{2546B2F6-6DCC-416D-8F15-B2856B484BA5}" destId="{A74053BE-9A5B-414C-9DAA-DFD65956A6F8}" srcOrd="20" destOrd="0" presId="urn:microsoft.com/office/officeart/2005/8/layout/list1"/>
    <dgm:cxn modelId="{41E231F8-EE0C-44F8-A7A9-1D693288918F}" type="presParOf" srcId="{A74053BE-9A5B-414C-9DAA-DFD65956A6F8}" destId="{CC2FE17C-26B9-43CB-B27C-DE393175AB0C}" srcOrd="0" destOrd="0" presId="urn:microsoft.com/office/officeart/2005/8/layout/list1"/>
    <dgm:cxn modelId="{9E9E4EAF-E03B-4AD4-A025-7C5CA861A6A8}" type="presParOf" srcId="{A74053BE-9A5B-414C-9DAA-DFD65956A6F8}" destId="{953DD54F-475E-44B1-9825-16380EDD6BDC}" srcOrd="1" destOrd="0" presId="urn:microsoft.com/office/officeart/2005/8/layout/list1"/>
    <dgm:cxn modelId="{F2A65843-E22B-48CB-950C-28339D23A005}" type="presParOf" srcId="{2546B2F6-6DCC-416D-8F15-B2856B484BA5}" destId="{04D0486A-6A42-41C1-BB9D-18E1A3D019D5}" srcOrd="21" destOrd="0" presId="urn:microsoft.com/office/officeart/2005/8/layout/list1"/>
    <dgm:cxn modelId="{21E7489E-5E74-456A-8183-1881AFB9AC89}" type="presParOf" srcId="{2546B2F6-6DCC-416D-8F15-B2856B484BA5}" destId="{97DF601E-6FDA-4AA0-B219-3EA52CB225F0}" srcOrd="22" destOrd="0" presId="urn:microsoft.com/office/officeart/2005/8/layout/list1"/>
    <dgm:cxn modelId="{9A119FA9-9F1F-4B58-9C8C-36103AD04949}" type="presParOf" srcId="{2546B2F6-6DCC-416D-8F15-B2856B484BA5}" destId="{8C9524A3-2625-4798-B309-CB4840C23094}" srcOrd="23" destOrd="0" presId="urn:microsoft.com/office/officeart/2005/8/layout/list1"/>
    <dgm:cxn modelId="{67F43E63-28DA-4418-BEA1-9942B6272D99}" type="presParOf" srcId="{2546B2F6-6DCC-416D-8F15-B2856B484BA5}" destId="{DB27E18C-CA40-4D69-B9A8-F68FE6F3C507}" srcOrd="24" destOrd="0" presId="urn:microsoft.com/office/officeart/2005/8/layout/list1"/>
    <dgm:cxn modelId="{BE4866F6-8FFB-4480-A9A2-2A88464D42E2}" type="presParOf" srcId="{DB27E18C-CA40-4D69-B9A8-F68FE6F3C507}" destId="{4BF831C9-8B83-4714-81C1-FD7F01A25DF6}" srcOrd="0" destOrd="0" presId="urn:microsoft.com/office/officeart/2005/8/layout/list1"/>
    <dgm:cxn modelId="{60A8243F-D498-4CCA-A4FF-573AF84A33DB}" type="presParOf" srcId="{DB27E18C-CA40-4D69-B9A8-F68FE6F3C507}" destId="{C3387EBC-107A-48E7-A053-DB855F4173B3}" srcOrd="1" destOrd="0" presId="urn:microsoft.com/office/officeart/2005/8/layout/list1"/>
    <dgm:cxn modelId="{D68F63D8-50B7-4F50-88A9-5604928F8AED}" type="presParOf" srcId="{2546B2F6-6DCC-416D-8F15-B2856B484BA5}" destId="{62F46A93-74A4-4C75-98E3-248AAC0B4840}" srcOrd="25" destOrd="0" presId="urn:microsoft.com/office/officeart/2005/8/layout/list1"/>
    <dgm:cxn modelId="{6FF6EDD8-2225-4424-9D2A-DDFD9AF923A9}" type="presParOf" srcId="{2546B2F6-6DCC-416D-8F15-B2856B484BA5}" destId="{BDBD2FEA-A7AB-4A62-A73A-D1279F719342}" srcOrd="26" destOrd="0" presId="urn:microsoft.com/office/officeart/2005/8/layout/list1"/>
    <dgm:cxn modelId="{32F9CBE7-7BDA-4FFA-A1AD-319E888F4AD8}" type="presParOf" srcId="{2546B2F6-6DCC-416D-8F15-B2856B484BA5}" destId="{5A327039-48D7-4540-B81E-410B57753CD4}" srcOrd="27" destOrd="0" presId="urn:microsoft.com/office/officeart/2005/8/layout/list1"/>
    <dgm:cxn modelId="{425881AE-57C1-4C1E-BEBD-C152E5A4EF4B}" type="presParOf" srcId="{2546B2F6-6DCC-416D-8F15-B2856B484BA5}" destId="{531D258A-DFFE-47DD-ABDC-FAB751B7E6A3}" srcOrd="28" destOrd="0" presId="urn:microsoft.com/office/officeart/2005/8/layout/list1"/>
    <dgm:cxn modelId="{7BA9DA24-66F1-4116-BC93-A3ACC2D7E880}" type="presParOf" srcId="{531D258A-DFFE-47DD-ABDC-FAB751B7E6A3}" destId="{0CE4FAC5-FE19-48A6-973D-55F077BDA197}" srcOrd="0" destOrd="0" presId="urn:microsoft.com/office/officeart/2005/8/layout/list1"/>
    <dgm:cxn modelId="{DB107070-5B2A-4DCD-BEC4-C82A4C2D20D8}" type="presParOf" srcId="{531D258A-DFFE-47DD-ABDC-FAB751B7E6A3}" destId="{C8C345F3-99F8-4143-A6C7-8180968CE407}" srcOrd="1" destOrd="0" presId="urn:microsoft.com/office/officeart/2005/8/layout/list1"/>
    <dgm:cxn modelId="{9064AD2B-98BF-4FE9-963C-234C56FFAC72}" type="presParOf" srcId="{2546B2F6-6DCC-416D-8F15-B2856B484BA5}" destId="{4C1028CF-4C87-4FFB-AC58-D66C5F980879}" srcOrd="29" destOrd="0" presId="urn:microsoft.com/office/officeart/2005/8/layout/list1"/>
    <dgm:cxn modelId="{4514BE98-F456-4069-B44E-196EA79077D7}" type="presParOf" srcId="{2546B2F6-6DCC-416D-8F15-B2856B484BA5}" destId="{E694D297-3622-4D2F-A4B4-BF2183D4880B}" srcOrd="30" destOrd="0" presId="urn:microsoft.com/office/officeart/2005/8/layout/list1"/>
    <dgm:cxn modelId="{041435E2-4B7D-46BC-918C-F94B74D32A45}" type="presParOf" srcId="{2546B2F6-6DCC-416D-8F15-B2856B484BA5}" destId="{2EB83B8B-2F52-4CB5-9CE6-A13A36BDF144}" srcOrd="31" destOrd="0" presId="urn:microsoft.com/office/officeart/2005/8/layout/list1"/>
    <dgm:cxn modelId="{36A30125-735A-4C6E-8FA1-13A219B9AB42}" type="presParOf" srcId="{2546B2F6-6DCC-416D-8F15-B2856B484BA5}" destId="{A6E5431F-B3FA-49A6-BA29-5A38193F6389}" srcOrd="32" destOrd="0" presId="urn:microsoft.com/office/officeart/2005/8/layout/list1"/>
    <dgm:cxn modelId="{50B8ABC6-0D50-4075-A939-6100971BE580}" type="presParOf" srcId="{A6E5431F-B3FA-49A6-BA29-5A38193F6389}" destId="{F013C30F-82BB-4DCE-B1D7-2E1981CC61AB}" srcOrd="0" destOrd="0" presId="urn:microsoft.com/office/officeart/2005/8/layout/list1"/>
    <dgm:cxn modelId="{5D44E857-6839-4F29-A2EC-FB1BCD742B92}" type="presParOf" srcId="{A6E5431F-B3FA-49A6-BA29-5A38193F6389}" destId="{210DAFE4-5122-4693-8470-8E23776E1784}" srcOrd="1" destOrd="0" presId="urn:microsoft.com/office/officeart/2005/8/layout/list1"/>
    <dgm:cxn modelId="{7573B320-111A-4139-B308-86DCDE33018F}" type="presParOf" srcId="{2546B2F6-6DCC-416D-8F15-B2856B484BA5}" destId="{C4AD4352-FC52-4BBC-89EC-7756408F05A3}" srcOrd="33" destOrd="0" presId="urn:microsoft.com/office/officeart/2005/8/layout/list1"/>
    <dgm:cxn modelId="{644994BA-79F2-474C-814F-18DC2DC33403}" type="presParOf" srcId="{2546B2F6-6DCC-416D-8F15-B2856B484BA5}" destId="{9A7F95C5-5FA7-4F36-B203-DDF4AC1B8DC4}" srcOrd="34" destOrd="0" presId="urn:microsoft.com/office/officeart/2005/8/layout/list1"/>
    <dgm:cxn modelId="{92993434-879E-41F4-9DFB-C142AC454744}" type="presParOf" srcId="{2546B2F6-6DCC-416D-8F15-B2856B484BA5}" destId="{76044D38-A900-48E2-8941-7F5E3E5B5C2B}" srcOrd="35" destOrd="0" presId="urn:microsoft.com/office/officeart/2005/8/layout/list1"/>
    <dgm:cxn modelId="{0F1C773B-486D-46A6-A17D-3A4D967EDF32}" type="presParOf" srcId="{2546B2F6-6DCC-416D-8F15-B2856B484BA5}" destId="{0F04256B-F144-4D4E-BA4E-0C46A7468464}" srcOrd="36" destOrd="0" presId="urn:microsoft.com/office/officeart/2005/8/layout/list1"/>
    <dgm:cxn modelId="{CBEBEBD9-56C0-40AD-BDF5-4C032B058B2B}" type="presParOf" srcId="{0F04256B-F144-4D4E-BA4E-0C46A7468464}" destId="{71C968C9-2420-49E1-A3C9-76DC686B89F1}" srcOrd="0" destOrd="0" presId="urn:microsoft.com/office/officeart/2005/8/layout/list1"/>
    <dgm:cxn modelId="{9ACA51F5-F4C2-4B2E-8C50-C961A4BA4342}" type="presParOf" srcId="{0F04256B-F144-4D4E-BA4E-0C46A7468464}" destId="{D8ECA0C4-A6DD-48A1-85A2-6AE9D83A7C80}" srcOrd="1" destOrd="0" presId="urn:microsoft.com/office/officeart/2005/8/layout/list1"/>
    <dgm:cxn modelId="{1639F1A8-B74B-495B-BABF-6EC109628436}" type="presParOf" srcId="{2546B2F6-6DCC-416D-8F15-B2856B484BA5}" destId="{7CBB161D-6103-42EF-B627-0B9ADD85AA3E}" srcOrd="37" destOrd="0" presId="urn:microsoft.com/office/officeart/2005/8/layout/list1"/>
    <dgm:cxn modelId="{8536AAFC-5D75-4F75-A254-5DE970A6E1E3}" type="presParOf" srcId="{2546B2F6-6DCC-416D-8F15-B2856B484BA5}" destId="{6D580D85-318A-41AB-B2BB-09DE7F544CD5}" srcOrd="38" destOrd="0" presId="urn:microsoft.com/office/officeart/2005/8/layout/list1"/>
    <dgm:cxn modelId="{F05DE38A-6BD3-42CB-906E-7A59462CC25B}" type="presParOf" srcId="{2546B2F6-6DCC-416D-8F15-B2856B484BA5}" destId="{459E89AE-158B-492F-A826-E32A84BC770B}" srcOrd="39" destOrd="0" presId="urn:microsoft.com/office/officeart/2005/8/layout/list1"/>
    <dgm:cxn modelId="{1E8C3611-5CA3-49C8-BF30-D95AC52A7872}" type="presParOf" srcId="{2546B2F6-6DCC-416D-8F15-B2856B484BA5}" destId="{8832FA94-8906-4BC3-BAEB-D39B49EA2C1C}" srcOrd="40" destOrd="0" presId="urn:microsoft.com/office/officeart/2005/8/layout/list1"/>
    <dgm:cxn modelId="{5395DC80-6051-440D-8479-6A74367F4F7A}" type="presParOf" srcId="{8832FA94-8906-4BC3-BAEB-D39B49EA2C1C}" destId="{331B29FF-AC7B-411B-94B5-2302DF4B389F}" srcOrd="0" destOrd="0" presId="urn:microsoft.com/office/officeart/2005/8/layout/list1"/>
    <dgm:cxn modelId="{3F0643CA-58D9-4136-8921-620F379DD3AC}" type="presParOf" srcId="{8832FA94-8906-4BC3-BAEB-D39B49EA2C1C}" destId="{98CBB902-F3A2-4E35-BC52-0FFC7A3BF167}" srcOrd="1" destOrd="0" presId="urn:microsoft.com/office/officeart/2005/8/layout/list1"/>
    <dgm:cxn modelId="{1E6294A4-199D-4CFC-86FA-407176438916}" type="presParOf" srcId="{2546B2F6-6DCC-416D-8F15-B2856B484BA5}" destId="{775C6B72-FF2F-43A8-A414-2319A62D8991}" srcOrd="41" destOrd="0" presId="urn:microsoft.com/office/officeart/2005/8/layout/list1"/>
    <dgm:cxn modelId="{0778E775-EBC2-4C51-AB1E-42D9A5ED79E4}" type="presParOf" srcId="{2546B2F6-6DCC-416D-8F15-B2856B484BA5}" destId="{55659F83-2406-4823-81BB-BC82783CCF1F}" srcOrd="4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8DE26D-98B9-47F3-AAF6-8F8BC8E72761}">
      <dsp:nvSpPr>
        <dsp:cNvPr id="0" name=""/>
        <dsp:cNvSpPr/>
      </dsp:nvSpPr>
      <dsp:spPr>
        <a:xfrm rot="16200000">
          <a:off x="666074" y="-666074"/>
          <a:ext cx="2376264" cy="3708412"/>
        </a:xfrm>
        <a:prstGeom prst="round1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b="1" i="0" kern="1200" dirty="0"/>
            <a:t>Institute’s Vision</a:t>
          </a:r>
        </a:p>
        <a:p>
          <a:pPr marL="0" lvl="0" indent="0" algn="ctr" defTabSz="533400">
            <a:lnSpc>
              <a:spcPct val="90000"/>
            </a:lnSpc>
            <a:spcBef>
              <a:spcPct val="0"/>
            </a:spcBef>
            <a:spcAft>
              <a:spcPct val="35000"/>
            </a:spcAft>
            <a:buNone/>
          </a:pPr>
          <a:r>
            <a:rPr lang="en-US" sz="1200" b="0" kern="1200" dirty="0"/>
            <a:t>The academy aspires to nurture </a:t>
          </a:r>
          <a:r>
            <a:rPr lang="en-US" sz="1200" b="1" kern="1200" dirty="0">
              <a:solidFill>
                <a:schemeClr val="accent4">
                  <a:lumMod val="60000"/>
                  <a:lumOff val="40000"/>
                </a:schemeClr>
              </a:solidFill>
            </a:rPr>
            <a:t>students as leaders who are in tune with global trends</a:t>
          </a:r>
          <a:r>
            <a:rPr lang="en-US" sz="1200" b="0" kern="1200" dirty="0">
              <a:solidFill>
                <a:schemeClr val="bg1"/>
              </a:solidFill>
            </a:rPr>
            <a:t>, </a:t>
          </a:r>
          <a:r>
            <a:rPr lang="en-US" sz="1200" b="0" kern="1200" dirty="0"/>
            <a:t>equipped with </a:t>
          </a:r>
          <a:r>
            <a:rPr lang="en-US" sz="1200" b="1" kern="1200" dirty="0">
              <a:solidFill>
                <a:schemeClr val="accent4">
                  <a:lumMod val="60000"/>
                  <a:lumOff val="40000"/>
                </a:schemeClr>
              </a:solidFill>
            </a:rPr>
            <a:t>engineering knowledge and practical skills</a:t>
          </a:r>
          <a:r>
            <a:rPr lang="en-US" sz="1200" b="0" kern="1200" dirty="0"/>
            <a:t>, to excel in creativity and innovation in order to play their part in technological advancement of the nation</a:t>
          </a:r>
          <a:r>
            <a:rPr lang="en-US" sz="1200" b="1" kern="1200" dirty="0"/>
            <a:t>.</a:t>
          </a:r>
          <a:endParaRPr lang="en-IN" sz="900" kern="1200" dirty="0"/>
        </a:p>
      </dsp:txBody>
      <dsp:txXfrm rot="5400000">
        <a:off x="-1" y="1"/>
        <a:ext cx="3708412" cy="1782198"/>
      </dsp:txXfrm>
    </dsp:sp>
    <dsp:sp modelId="{70F05A0B-EB4A-4415-9137-C1935880F582}">
      <dsp:nvSpPr>
        <dsp:cNvPr id="0" name=""/>
        <dsp:cNvSpPr/>
      </dsp:nvSpPr>
      <dsp:spPr>
        <a:xfrm>
          <a:off x="3708412" y="0"/>
          <a:ext cx="3708412" cy="2376264"/>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Department’s Vision</a:t>
          </a:r>
          <a:endParaRPr lang="en-IN" sz="1200" kern="1200" dirty="0"/>
        </a:p>
        <a:p>
          <a:pPr marL="0" lvl="0" indent="0" algn="ctr" defTabSz="533400">
            <a:lnSpc>
              <a:spcPct val="90000"/>
            </a:lnSpc>
            <a:spcBef>
              <a:spcPct val="0"/>
            </a:spcBef>
            <a:spcAft>
              <a:spcPct val="35000"/>
            </a:spcAft>
            <a:buNone/>
          </a:pPr>
          <a:r>
            <a:rPr lang="en-US" sz="1200" kern="1200" dirty="0"/>
            <a:t>To provide </a:t>
          </a:r>
          <a:r>
            <a:rPr lang="en-US" sz="1200" b="1" kern="1200" dirty="0">
              <a:solidFill>
                <a:schemeClr val="accent4"/>
              </a:solidFill>
            </a:rPr>
            <a:t>excellent Information Technology</a:t>
          </a:r>
          <a:r>
            <a:rPr lang="en-US" sz="1200" b="1" kern="1200" dirty="0">
              <a:solidFill>
                <a:schemeClr val="accent1">
                  <a:lumMod val="20000"/>
                  <a:lumOff val="80000"/>
                </a:schemeClr>
              </a:solidFill>
            </a:rPr>
            <a:t> </a:t>
          </a:r>
          <a:r>
            <a:rPr lang="en-US" sz="1200" b="1" kern="1200" dirty="0">
              <a:solidFill>
                <a:schemeClr val="accent4"/>
              </a:solidFill>
            </a:rPr>
            <a:t>education</a:t>
          </a:r>
          <a:r>
            <a:rPr lang="en-US" sz="1200" b="1" kern="1200" dirty="0">
              <a:solidFill>
                <a:schemeClr val="accent1">
                  <a:lumMod val="20000"/>
                  <a:lumOff val="80000"/>
                </a:schemeClr>
              </a:solidFill>
            </a:rPr>
            <a:t> </a:t>
          </a:r>
          <a:r>
            <a:rPr lang="en-US" sz="1200" kern="1200" dirty="0"/>
            <a:t>and aspire to nurture students as leaders who are in </a:t>
          </a:r>
          <a:r>
            <a:rPr lang="en-US" sz="1200" b="1" kern="1200" dirty="0">
              <a:solidFill>
                <a:schemeClr val="accent4"/>
              </a:solidFill>
            </a:rPr>
            <a:t>tune with global IT Trends</a:t>
          </a:r>
          <a:endParaRPr lang="en-IN" sz="1200" b="1" kern="1200" dirty="0">
            <a:solidFill>
              <a:schemeClr val="accent4"/>
            </a:solidFill>
          </a:endParaRPr>
        </a:p>
      </dsp:txBody>
      <dsp:txXfrm>
        <a:off x="3708412" y="0"/>
        <a:ext cx="3708412" cy="1782198"/>
      </dsp:txXfrm>
    </dsp:sp>
    <dsp:sp modelId="{9E8DCBDD-D866-40BF-AC65-1713FEEACED8}">
      <dsp:nvSpPr>
        <dsp:cNvPr id="0" name=""/>
        <dsp:cNvSpPr/>
      </dsp:nvSpPr>
      <dsp:spPr>
        <a:xfrm rot="10800000">
          <a:off x="0" y="2376264"/>
          <a:ext cx="3708412" cy="2376264"/>
        </a:xfrm>
        <a:prstGeom prst="round1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66725">
            <a:lnSpc>
              <a:spcPct val="90000"/>
            </a:lnSpc>
            <a:spcBef>
              <a:spcPct val="0"/>
            </a:spcBef>
            <a:spcAft>
              <a:spcPct val="35000"/>
            </a:spcAft>
            <a:buNone/>
          </a:pPr>
          <a:r>
            <a:rPr lang="en-IN" sz="1050" b="1" i="0" kern="1200" dirty="0"/>
            <a:t>Institute’s Mission</a:t>
          </a:r>
        </a:p>
        <a:p>
          <a:pPr marL="0" lvl="0" indent="0" algn="ctr" defTabSz="466725">
            <a:lnSpc>
              <a:spcPct val="90000"/>
            </a:lnSpc>
            <a:spcBef>
              <a:spcPct val="0"/>
            </a:spcBef>
            <a:spcAft>
              <a:spcPct val="35000"/>
            </a:spcAft>
            <a:buFont typeface="Arial" panose="020B0604020202020204" pitchFamily="34" charset="0"/>
            <a:buNone/>
          </a:pPr>
          <a:r>
            <a:rPr lang="en-US" sz="900" kern="1200" dirty="0"/>
            <a:t>To become </a:t>
          </a:r>
          <a:r>
            <a:rPr lang="en-US" sz="900" b="1" kern="1200" dirty="0">
              <a:solidFill>
                <a:schemeClr val="accent4">
                  <a:lumMod val="60000"/>
                  <a:lumOff val="40000"/>
                </a:schemeClr>
              </a:solidFill>
            </a:rPr>
            <a:t>foremost seat of advanced technical learning </a:t>
          </a:r>
          <a:r>
            <a:rPr lang="en-US" sz="900" kern="1200" dirty="0"/>
            <a:t>as a center of excellence in the region.</a:t>
          </a:r>
        </a:p>
        <a:p>
          <a:pPr marL="0" lvl="0" indent="0" algn="ctr" defTabSz="466725">
            <a:lnSpc>
              <a:spcPct val="90000"/>
            </a:lnSpc>
            <a:spcBef>
              <a:spcPct val="0"/>
            </a:spcBef>
            <a:spcAft>
              <a:spcPct val="35000"/>
            </a:spcAft>
            <a:buFont typeface="Arial" panose="020B0604020202020204" pitchFamily="34" charset="0"/>
            <a:buNone/>
          </a:pPr>
          <a:r>
            <a:rPr lang="en-US" sz="900" kern="1200" dirty="0"/>
            <a:t>To offer state of the art facilities </a:t>
          </a:r>
          <a:r>
            <a:rPr lang="en-US" sz="900" b="1" kern="1200" dirty="0"/>
            <a:t>and </a:t>
          </a:r>
          <a:r>
            <a:rPr lang="en-US" sz="900" b="1" kern="1200" dirty="0">
              <a:solidFill>
                <a:schemeClr val="accent4">
                  <a:lumMod val="60000"/>
                  <a:lumOff val="40000"/>
                </a:schemeClr>
              </a:solidFill>
            </a:rPr>
            <a:t>quality education at affordable cost</a:t>
          </a:r>
        </a:p>
        <a:p>
          <a:pPr marL="0" lvl="0" indent="0" algn="ctr" defTabSz="466725">
            <a:lnSpc>
              <a:spcPct val="90000"/>
            </a:lnSpc>
            <a:spcBef>
              <a:spcPct val="0"/>
            </a:spcBef>
            <a:spcAft>
              <a:spcPct val="35000"/>
            </a:spcAft>
            <a:buFont typeface="Arial" panose="020B0604020202020204" pitchFamily="34" charset="0"/>
            <a:buNone/>
          </a:pPr>
          <a:r>
            <a:rPr lang="en-US" sz="900" kern="1200" dirty="0"/>
            <a:t>To inculcate in students the culture of ‘</a:t>
          </a:r>
          <a:r>
            <a:rPr lang="en-US" sz="900" b="1" kern="1200" dirty="0">
              <a:solidFill>
                <a:schemeClr val="accent4">
                  <a:lumMod val="60000"/>
                  <a:lumOff val="40000"/>
                </a:schemeClr>
              </a:solidFill>
            </a:rPr>
            <a:t>Play Hard and Play Fair</a:t>
          </a:r>
          <a:r>
            <a:rPr lang="en-US" sz="900" kern="1200" dirty="0"/>
            <a:t>’.</a:t>
          </a:r>
        </a:p>
        <a:p>
          <a:pPr marL="0" lvl="0" indent="0" algn="ctr" defTabSz="466725">
            <a:lnSpc>
              <a:spcPct val="90000"/>
            </a:lnSpc>
            <a:spcBef>
              <a:spcPct val="0"/>
            </a:spcBef>
            <a:spcAft>
              <a:spcPct val="35000"/>
            </a:spcAft>
            <a:buFont typeface="Arial" panose="020B0604020202020204" pitchFamily="34" charset="0"/>
            <a:buNone/>
          </a:pPr>
          <a:r>
            <a:rPr lang="en-US" sz="900" kern="1200" dirty="0"/>
            <a:t>To advance sustainable development in the region through </a:t>
          </a:r>
          <a:r>
            <a:rPr lang="en-US" sz="900" b="0" kern="1200" dirty="0"/>
            <a:t>opportunities for </a:t>
          </a:r>
          <a:r>
            <a:rPr lang="en-US" sz="900" b="1" kern="1200" dirty="0">
              <a:solidFill>
                <a:schemeClr val="accent4">
                  <a:lumMod val="60000"/>
                  <a:lumOff val="40000"/>
                </a:schemeClr>
              </a:solidFill>
            </a:rPr>
            <a:t>entrepreneurship and industry-institute interaction</a:t>
          </a:r>
          <a:r>
            <a:rPr lang="en-US" sz="900" kern="1200" dirty="0"/>
            <a:t>.</a:t>
          </a:r>
        </a:p>
        <a:p>
          <a:pPr marL="0" lvl="0" indent="0" algn="ctr" defTabSz="466725">
            <a:lnSpc>
              <a:spcPct val="90000"/>
            </a:lnSpc>
            <a:spcBef>
              <a:spcPct val="0"/>
            </a:spcBef>
            <a:spcAft>
              <a:spcPct val="35000"/>
            </a:spcAft>
            <a:buFont typeface="Arial" panose="020B0604020202020204" pitchFamily="34" charset="0"/>
            <a:buNone/>
          </a:pPr>
          <a:r>
            <a:rPr lang="en-US" sz="900" kern="1200" dirty="0"/>
            <a:t>To create a generation of young professionals who appreciate in all its aspects the necessity of balance between </a:t>
          </a:r>
          <a:r>
            <a:rPr lang="en-US" sz="900" b="1" kern="1200" dirty="0">
              <a:solidFill>
                <a:schemeClr val="accent4">
                  <a:lumMod val="60000"/>
                  <a:lumOff val="40000"/>
                </a:schemeClr>
              </a:solidFill>
            </a:rPr>
            <a:t>technological advances and traditional values</a:t>
          </a:r>
          <a:r>
            <a:rPr lang="en-US" sz="900" b="1" kern="1200" dirty="0"/>
            <a:t>.</a:t>
          </a:r>
          <a:endParaRPr lang="en-IN" sz="900" b="1" kern="1200" dirty="0"/>
        </a:p>
      </dsp:txBody>
      <dsp:txXfrm rot="10800000">
        <a:off x="0" y="2970329"/>
        <a:ext cx="3708412" cy="1782198"/>
      </dsp:txXfrm>
    </dsp:sp>
    <dsp:sp modelId="{CF702AAD-782E-4F4B-961E-B3B5BC1F0A9B}">
      <dsp:nvSpPr>
        <dsp:cNvPr id="0" name=""/>
        <dsp:cNvSpPr/>
      </dsp:nvSpPr>
      <dsp:spPr>
        <a:xfrm rot="5400000">
          <a:off x="4374486" y="1710190"/>
          <a:ext cx="2376264" cy="3708412"/>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i="0" kern="1200" dirty="0"/>
            <a:t>Department’s Mission</a:t>
          </a:r>
          <a:endParaRPr lang="en-IN" sz="1100" b="1" kern="1200" dirty="0"/>
        </a:p>
        <a:p>
          <a:pPr marL="0" lvl="0" indent="0" algn="ctr" defTabSz="488950">
            <a:lnSpc>
              <a:spcPct val="90000"/>
            </a:lnSpc>
            <a:spcBef>
              <a:spcPct val="0"/>
            </a:spcBef>
            <a:spcAft>
              <a:spcPct val="35000"/>
            </a:spcAft>
            <a:buNone/>
          </a:pPr>
          <a:r>
            <a:rPr lang="en-IN" sz="1100" b="1" kern="1200" dirty="0"/>
            <a:t>M1-</a:t>
          </a:r>
          <a:r>
            <a:rPr lang="en-IN" sz="1100" kern="1200" dirty="0"/>
            <a:t>To Enrich students by rigorously implementing </a:t>
          </a:r>
          <a:r>
            <a:rPr lang="en-IN" sz="1100" b="1" kern="1200" dirty="0">
              <a:solidFill>
                <a:srgbClr val="FFC000"/>
              </a:solidFill>
            </a:rPr>
            <a:t>quality education </a:t>
          </a:r>
          <a:r>
            <a:rPr lang="en-IN" sz="1100" b="1" kern="1200" dirty="0"/>
            <a:t>(Knowledge)</a:t>
          </a:r>
        </a:p>
        <a:p>
          <a:pPr marL="0" lvl="0" indent="0" algn="ctr" defTabSz="488950">
            <a:lnSpc>
              <a:spcPct val="90000"/>
            </a:lnSpc>
            <a:spcBef>
              <a:spcPct val="0"/>
            </a:spcBef>
            <a:spcAft>
              <a:spcPct val="35000"/>
            </a:spcAft>
            <a:buNone/>
          </a:pPr>
          <a:r>
            <a:rPr lang="en-IN" sz="1100" b="1" kern="1200" dirty="0"/>
            <a:t>M2-</a:t>
          </a:r>
          <a:r>
            <a:rPr lang="en-IN" sz="1100" kern="1200" dirty="0"/>
            <a:t>To empower the students with the required skills to solve </a:t>
          </a:r>
          <a:r>
            <a:rPr lang="en-IN" sz="1100" b="1" kern="1200" dirty="0">
              <a:solidFill>
                <a:srgbClr val="FFC000"/>
              </a:solidFill>
            </a:rPr>
            <a:t>the complex problems of modern society </a:t>
          </a:r>
          <a:r>
            <a:rPr lang="en-IN" sz="1100" kern="1200" dirty="0"/>
            <a:t>by following </a:t>
          </a:r>
          <a:r>
            <a:rPr lang="en-IN" sz="1100" b="1" kern="1200" dirty="0">
              <a:solidFill>
                <a:srgbClr val="FFC000"/>
              </a:solidFill>
            </a:rPr>
            <a:t>collaborative, multidisciplinary and sustainable activities </a:t>
          </a:r>
          <a:r>
            <a:rPr lang="en-IN" sz="1100" b="1" kern="1200" dirty="0"/>
            <a:t>(Skills)</a:t>
          </a:r>
        </a:p>
        <a:p>
          <a:pPr marL="0" lvl="0" indent="0" algn="ctr" defTabSz="488950">
            <a:lnSpc>
              <a:spcPct val="90000"/>
            </a:lnSpc>
            <a:spcBef>
              <a:spcPct val="0"/>
            </a:spcBef>
            <a:spcAft>
              <a:spcPct val="35000"/>
            </a:spcAft>
            <a:buNone/>
          </a:pPr>
          <a:r>
            <a:rPr lang="en-IN" sz="1100" b="1" kern="1200" dirty="0"/>
            <a:t>M3-</a:t>
          </a:r>
          <a:r>
            <a:rPr lang="en-IN" sz="1100" kern="1200" dirty="0"/>
            <a:t>To imbibe professional </a:t>
          </a:r>
          <a:r>
            <a:rPr lang="en-IN" sz="1100" b="1" kern="1200" dirty="0">
              <a:solidFill>
                <a:srgbClr val="FFC000"/>
              </a:solidFill>
            </a:rPr>
            <a:t>ethics and social values in the students and make them responsible citizens </a:t>
          </a:r>
          <a:r>
            <a:rPr lang="en-IN" sz="1100" b="1" kern="1200" dirty="0"/>
            <a:t>(Attitude)</a:t>
          </a:r>
          <a:endParaRPr lang="en-IN" sz="1100" kern="1200" dirty="0"/>
        </a:p>
      </dsp:txBody>
      <dsp:txXfrm rot="-5400000">
        <a:off x="3708412" y="2970330"/>
        <a:ext cx="3708412" cy="1782198"/>
      </dsp:txXfrm>
    </dsp:sp>
    <dsp:sp modelId="{D83704FF-4F29-422C-B78B-988EEAFBBC38}">
      <dsp:nvSpPr>
        <dsp:cNvPr id="0" name=""/>
        <dsp:cNvSpPr/>
      </dsp:nvSpPr>
      <dsp:spPr>
        <a:xfrm>
          <a:off x="2595888" y="1782198"/>
          <a:ext cx="2225047" cy="1188132"/>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Vision and Mission Statements </a:t>
          </a:r>
          <a:endParaRPr lang="en-IN" sz="1600" kern="1200" dirty="0">
            <a:solidFill>
              <a:schemeClr val="bg1"/>
            </a:solidFill>
          </a:endParaRPr>
        </a:p>
      </dsp:txBody>
      <dsp:txXfrm>
        <a:off x="2653888" y="1840198"/>
        <a:ext cx="2109047" cy="1072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69076D-6D15-440C-8682-F89984DC2BE3}">
      <dsp:nvSpPr>
        <dsp:cNvPr id="0" name=""/>
        <dsp:cNvSpPr/>
      </dsp:nvSpPr>
      <dsp:spPr>
        <a:xfrm>
          <a:off x="0" y="15195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FF0BDF6-B457-4093-9F49-F1387741DB9B}">
      <dsp:nvSpPr>
        <dsp:cNvPr id="0" name=""/>
        <dsp:cNvSpPr/>
      </dsp:nvSpPr>
      <dsp:spPr>
        <a:xfrm>
          <a:off x="328819" y="1911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SzPts val="1800"/>
            <a:buFont typeface="Times New Roman" panose="02020603050405020304"/>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Project Overview and Background</a:t>
          </a:r>
          <a:endParaRPr lang="en-IN" sz="1200" kern="1200" dirty="0"/>
        </a:p>
      </dsp:txBody>
      <dsp:txXfrm>
        <a:off x="341788" y="32085"/>
        <a:ext cx="4577536" cy="239742"/>
      </dsp:txXfrm>
    </dsp:sp>
    <dsp:sp modelId="{B35A5ED8-298F-44AA-A1CD-9A25AF4572E0}">
      <dsp:nvSpPr>
        <dsp:cNvPr id="0" name=""/>
        <dsp:cNvSpPr/>
      </dsp:nvSpPr>
      <dsp:spPr>
        <a:xfrm>
          <a:off x="0" y="56019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735283-B768-49FC-A0A6-5F548B0262C6}">
      <dsp:nvSpPr>
        <dsp:cNvPr id="0" name=""/>
        <dsp:cNvSpPr/>
      </dsp:nvSpPr>
      <dsp:spPr>
        <a:xfrm>
          <a:off x="328819" y="42735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Problem Statement</a:t>
          </a:r>
        </a:p>
      </dsp:txBody>
      <dsp:txXfrm>
        <a:off x="341788" y="440325"/>
        <a:ext cx="4577536" cy="239742"/>
      </dsp:txXfrm>
    </dsp:sp>
    <dsp:sp modelId="{3B83BCD7-18B7-49C1-A74A-CF2D0036B13E}">
      <dsp:nvSpPr>
        <dsp:cNvPr id="0" name=""/>
        <dsp:cNvSpPr/>
      </dsp:nvSpPr>
      <dsp:spPr>
        <a:xfrm>
          <a:off x="0" y="96843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649E14-F90C-40C0-9247-52CE20B83D0F}">
      <dsp:nvSpPr>
        <dsp:cNvPr id="0" name=""/>
        <dsp:cNvSpPr/>
      </dsp:nvSpPr>
      <dsp:spPr>
        <a:xfrm>
          <a:off x="328819" y="83559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Project objectives and scope</a:t>
          </a:r>
        </a:p>
      </dsp:txBody>
      <dsp:txXfrm>
        <a:off x="341788" y="848565"/>
        <a:ext cx="4577536" cy="239742"/>
      </dsp:txXfrm>
    </dsp:sp>
    <dsp:sp modelId="{17D0B3AB-64D1-4D45-9EE1-8E9A0EDB9AF0}">
      <dsp:nvSpPr>
        <dsp:cNvPr id="0" name=""/>
        <dsp:cNvSpPr/>
      </dsp:nvSpPr>
      <dsp:spPr>
        <a:xfrm>
          <a:off x="0" y="137667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BA3FB2-6F41-4FA5-9AD9-7F7F11282935}">
      <dsp:nvSpPr>
        <dsp:cNvPr id="0" name=""/>
        <dsp:cNvSpPr/>
      </dsp:nvSpPr>
      <dsp:spPr>
        <a:xfrm>
          <a:off x="328819" y="124383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Literature Review</a:t>
          </a:r>
        </a:p>
      </dsp:txBody>
      <dsp:txXfrm>
        <a:off x="341788" y="1256805"/>
        <a:ext cx="4577536" cy="239742"/>
      </dsp:txXfrm>
    </dsp:sp>
    <dsp:sp modelId="{39B4BA54-3DBC-4377-AFC9-8976BC2C0FBE}">
      <dsp:nvSpPr>
        <dsp:cNvPr id="0" name=""/>
        <dsp:cNvSpPr/>
      </dsp:nvSpPr>
      <dsp:spPr>
        <a:xfrm>
          <a:off x="0" y="178491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6B5A00-36FF-4D9C-A7C7-BC285846A9C9}">
      <dsp:nvSpPr>
        <dsp:cNvPr id="0" name=""/>
        <dsp:cNvSpPr/>
      </dsp:nvSpPr>
      <dsp:spPr>
        <a:xfrm>
          <a:off x="328819" y="165207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Proposed System Architecture</a:t>
          </a:r>
        </a:p>
      </dsp:txBody>
      <dsp:txXfrm>
        <a:off x="341788" y="1665045"/>
        <a:ext cx="4577536" cy="239742"/>
      </dsp:txXfrm>
    </dsp:sp>
    <dsp:sp modelId="{97DF601E-6FDA-4AA0-B219-3EA52CB225F0}">
      <dsp:nvSpPr>
        <dsp:cNvPr id="0" name=""/>
        <dsp:cNvSpPr/>
      </dsp:nvSpPr>
      <dsp:spPr>
        <a:xfrm>
          <a:off x="0" y="219315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3DD54F-475E-44B1-9825-16380EDD6BDC}">
      <dsp:nvSpPr>
        <dsp:cNvPr id="0" name=""/>
        <dsp:cNvSpPr/>
      </dsp:nvSpPr>
      <dsp:spPr>
        <a:xfrm>
          <a:off x="328819" y="206031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cs typeface="Calibri" panose="020F0502020204030204" charset="0"/>
              <a:sym typeface="Times New Roman" panose="02020603050405020304"/>
            </a:rPr>
            <a:t>Requirement Specification</a:t>
          </a:r>
        </a:p>
      </dsp:txBody>
      <dsp:txXfrm>
        <a:off x="341788" y="2073285"/>
        <a:ext cx="4577536" cy="239742"/>
      </dsp:txXfrm>
    </dsp:sp>
    <dsp:sp modelId="{BDBD2FEA-A7AB-4A62-A73A-D1279F719342}">
      <dsp:nvSpPr>
        <dsp:cNvPr id="0" name=""/>
        <dsp:cNvSpPr/>
      </dsp:nvSpPr>
      <dsp:spPr>
        <a:xfrm>
          <a:off x="0" y="260139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387EBC-107A-48E7-A053-DB855F4173B3}">
      <dsp:nvSpPr>
        <dsp:cNvPr id="0" name=""/>
        <dsp:cNvSpPr/>
      </dsp:nvSpPr>
      <dsp:spPr>
        <a:xfrm>
          <a:off x="328819" y="246855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IN" sz="1200" kern="1200" dirty="0">
              <a:latin typeface="Calibri" panose="020F0502020204030204" charset="0"/>
              <a:cs typeface="Calibri" panose="020F0502020204030204" charset="0"/>
              <a:sym typeface="Times New Roman" panose="02020603050405020304"/>
            </a:rPr>
            <a:t>Methodology </a:t>
          </a:r>
          <a:endParaRPr lang="en-US" sz="1200" kern="1200" dirty="0">
            <a:latin typeface="Calibri" panose="020F0502020204030204" charset="0"/>
            <a:cs typeface="Calibri" panose="020F0502020204030204" charset="0"/>
            <a:sym typeface="Times New Roman" panose="02020603050405020304"/>
          </a:endParaRPr>
        </a:p>
      </dsp:txBody>
      <dsp:txXfrm>
        <a:off x="341788" y="2481525"/>
        <a:ext cx="4577536" cy="239742"/>
      </dsp:txXfrm>
    </dsp:sp>
    <dsp:sp modelId="{E694D297-3622-4D2F-A4B4-BF2183D4880B}">
      <dsp:nvSpPr>
        <dsp:cNvPr id="0" name=""/>
        <dsp:cNvSpPr/>
      </dsp:nvSpPr>
      <dsp:spPr>
        <a:xfrm>
          <a:off x="0" y="300963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8C345F3-99F8-4143-A6C7-8180968CE407}">
      <dsp:nvSpPr>
        <dsp:cNvPr id="0" name=""/>
        <dsp:cNvSpPr/>
      </dsp:nvSpPr>
      <dsp:spPr>
        <a:xfrm>
          <a:off x="328819" y="287679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cs typeface="Calibri" panose="020F0502020204030204" charset="0"/>
              <a:sym typeface="Times New Roman" panose="02020603050405020304"/>
            </a:rPr>
            <a:t>Results and Discussions</a:t>
          </a:r>
        </a:p>
      </dsp:txBody>
      <dsp:txXfrm>
        <a:off x="341788" y="2889765"/>
        <a:ext cx="4577536" cy="239742"/>
      </dsp:txXfrm>
    </dsp:sp>
    <dsp:sp modelId="{9A7F95C5-5FA7-4F36-B203-DDF4AC1B8DC4}">
      <dsp:nvSpPr>
        <dsp:cNvPr id="0" name=""/>
        <dsp:cNvSpPr/>
      </dsp:nvSpPr>
      <dsp:spPr>
        <a:xfrm>
          <a:off x="0" y="341787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0DAFE4-5122-4693-8470-8E23776E1784}">
      <dsp:nvSpPr>
        <dsp:cNvPr id="0" name=""/>
        <dsp:cNvSpPr/>
      </dsp:nvSpPr>
      <dsp:spPr>
        <a:xfrm>
          <a:off x="328819" y="328503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cs typeface="Calibri" panose="020F0502020204030204" charset="0"/>
              <a:sym typeface="Times New Roman" panose="02020603050405020304"/>
            </a:rPr>
            <a:t>SDG Alignment</a:t>
          </a:r>
        </a:p>
      </dsp:txBody>
      <dsp:txXfrm>
        <a:off x="341788" y="3298005"/>
        <a:ext cx="4577536" cy="239742"/>
      </dsp:txXfrm>
    </dsp:sp>
    <dsp:sp modelId="{6D580D85-318A-41AB-B2BB-09DE7F544CD5}">
      <dsp:nvSpPr>
        <dsp:cNvPr id="0" name=""/>
        <dsp:cNvSpPr/>
      </dsp:nvSpPr>
      <dsp:spPr>
        <a:xfrm>
          <a:off x="0" y="3826116"/>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ECA0C4-A6DD-48A1-85A2-6AE9D83A7C80}">
      <dsp:nvSpPr>
        <dsp:cNvPr id="0" name=""/>
        <dsp:cNvSpPr/>
      </dsp:nvSpPr>
      <dsp:spPr>
        <a:xfrm>
          <a:off x="328819" y="3693276"/>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References</a:t>
          </a:r>
        </a:p>
      </dsp:txBody>
      <dsp:txXfrm>
        <a:off x="341788" y="3706245"/>
        <a:ext cx="4577536" cy="239742"/>
      </dsp:txXfrm>
    </dsp:sp>
    <dsp:sp modelId="{55659F83-2406-4823-81BB-BC82783CCF1F}">
      <dsp:nvSpPr>
        <dsp:cNvPr id="0" name=""/>
        <dsp:cNvSpPr/>
      </dsp:nvSpPr>
      <dsp:spPr>
        <a:xfrm>
          <a:off x="0" y="4234355"/>
          <a:ext cx="6576392" cy="22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CBB902-F3A2-4E35-BC52-0FFC7A3BF167}">
      <dsp:nvSpPr>
        <dsp:cNvPr id="0" name=""/>
        <dsp:cNvSpPr/>
      </dsp:nvSpPr>
      <dsp:spPr>
        <a:xfrm>
          <a:off x="328819" y="4101515"/>
          <a:ext cx="4603474" cy="265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00" tIns="0" rIns="174000" bIns="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Calibri" panose="020F0502020204030204" charset="0"/>
              <a:ea typeface="Times New Roman" panose="02020603050405020304"/>
              <a:cs typeface="Calibri" panose="020F0502020204030204" charset="0"/>
              <a:sym typeface="Times New Roman" panose="02020603050405020304"/>
            </a:rPr>
            <a:t>Industry Mentor - Communication Details</a:t>
          </a:r>
        </a:p>
      </dsp:txBody>
      <dsp:txXfrm>
        <a:off x="341788" y="4114484"/>
        <a:ext cx="4577536" cy="239742"/>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D18733EB-2ECD-49D7-B798-81A14C8407FB}" type="datetimeFigureOut">
              <a:rPr lang="en-US" smtClean="0"/>
              <a:t>3/27/2026</a:t>
            </a:fld>
            <a:endParaRPr lang="en-US"/>
          </a:p>
        </p:txBody>
      </p:sp>
      <p:sp>
        <p:nvSpPr>
          <p:cNvPr id="4" name="Footer Placeholder 3"/>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0287BAFC-F2E4-417C-AB06-B65D70E497D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E9AA8654-9B74-41C2-BC16-26DD1B9D1929}" type="datetimeFigureOut">
              <a:rPr lang="en-US" smtClean="0"/>
              <a:t>3/27/2026</a:t>
            </a:fld>
            <a:endParaRPr lang="en-US"/>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610FBEDC-14EF-4AF3-96A4-61E0DCDE2EE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830DA5-987D-498D-AAA7-4DD1A07FB515}"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10"/>
          </p:nvPr>
        </p:nvSpPr>
        <p:spPr/>
        <p:txBody>
          <a:bodyPr/>
          <a:lstStyle/>
          <a:p>
            <a:fld id="{B68D2766-C49B-4C1A-9FEE-6F146754B02B}" type="slidenum">
              <a:rPr lang="en-US" smtClean="0"/>
              <a:t>4</a:t>
            </a:fld>
            <a:endParaRPr lang="en-US"/>
          </a:p>
        </p:txBody>
      </p:sp>
    </p:spTree>
    <p:extLst>
      <p:ext uri="{BB962C8B-B14F-4D97-AF65-F5344CB8AC3E}">
        <p14:creationId xmlns:p14="http://schemas.microsoft.com/office/powerpoint/2010/main" val="605695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0FBEDC-14EF-4AF3-96A4-61E0DCDE2EE4}" type="slidenum">
              <a:rPr lang="en-US" smtClean="0"/>
              <a:t>18</a:t>
            </a:fld>
            <a:endParaRPr lang="en-US"/>
          </a:p>
        </p:txBody>
      </p:sp>
    </p:spTree>
    <p:extLst>
      <p:ext uri="{BB962C8B-B14F-4D97-AF65-F5344CB8AC3E}">
        <p14:creationId xmlns:p14="http://schemas.microsoft.com/office/powerpoint/2010/main" val="4216936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668371-A41D-435A-A3B4-32F3BB0398FA}" type="slidenum">
              <a:rPr lang="en-US" smtClean="0"/>
              <a:t>20</a:t>
            </a:fld>
            <a:endParaRPr lang="en-US"/>
          </a:p>
        </p:txBody>
      </p:sp>
    </p:spTree>
    <p:extLst>
      <p:ext uri="{BB962C8B-B14F-4D97-AF65-F5344CB8AC3E}">
        <p14:creationId xmlns:p14="http://schemas.microsoft.com/office/powerpoint/2010/main" val="26282430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851920" y="1794902"/>
            <a:ext cx="5292080" cy="1080121"/>
          </a:xfrm>
          <a:prstGeom prst="rect">
            <a:avLst/>
          </a:prstGeom>
        </p:spPr>
        <p:txBody>
          <a:bodyPr anchor="ctr"/>
          <a:lstStyle>
            <a:lvl1pPr marL="0" indent="0" algn="l">
              <a:lnSpc>
                <a:spcPct val="100000"/>
              </a:lnSpc>
              <a:buNone/>
              <a:defRPr b="0" baseline="0">
                <a:solidFill>
                  <a:schemeClr val="bg1"/>
                </a:solidFill>
                <a:latin typeface="+mj-lt"/>
                <a:cs typeface="Arial" panose="020B0604020202020204" pitchFamily="34" charset="0"/>
              </a:defRPr>
            </a:lvl1pPr>
          </a:lstStyle>
          <a:p>
            <a:r>
              <a:rPr lang="en-US" altLang="ko-KR" dirty="0">
                <a:ea typeface="Malgun Gothic" panose="020B0503020000020004" pitchFamily="50" charset="-127"/>
              </a:rPr>
              <a:t>FREE </a:t>
            </a:r>
          </a:p>
          <a:p>
            <a:r>
              <a:rPr lang="en-US" altLang="ko-KR" dirty="0">
                <a:ea typeface="Malgun Gothic" panose="020B0503020000020004" pitchFamily="50" charset="-127"/>
              </a:rPr>
              <a:t>PPT TEMPLATES</a:t>
            </a:r>
            <a:endParaRPr lang="en-US" altLang="ko-KR" dirty="0"/>
          </a:p>
        </p:txBody>
      </p:sp>
      <p:sp>
        <p:nvSpPr>
          <p:cNvPr id="11" name="Text Placeholder 9"/>
          <p:cNvSpPr>
            <a:spLocks noGrp="1"/>
          </p:cNvSpPr>
          <p:nvPr>
            <p:ph type="body" sz="quarter" idx="11" hasCustomPrompt="1"/>
          </p:nvPr>
        </p:nvSpPr>
        <p:spPr>
          <a:xfrm>
            <a:off x="3851772" y="2947030"/>
            <a:ext cx="5292080" cy="488816"/>
          </a:xfrm>
          <a:prstGeom prst="rect">
            <a:avLst/>
          </a:prstGeom>
        </p:spPr>
        <p:txBody>
          <a:bodyPr anchor="ctr"/>
          <a:lstStyle>
            <a:lvl1pPr marL="0" indent="0" algn="l">
              <a:buNone/>
              <a:defRPr sz="1400" b="0" baseline="0">
                <a:solidFill>
                  <a:schemeClr val="bg1"/>
                </a:solidFill>
                <a:latin typeface="+mn-lt"/>
                <a:cs typeface="Arial" panose="020B0604020202020204" pitchFamily="34" charset="0"/>
              </a:defRPr>
            </a:lvl1pPr>
          </a:lstStyle>
          <a:p>
            <a:pPr>
              <a:spcBef>
                <a:spcPts val="0"/>
              </a:spcBef>
              <a:defRPr/>
            </a:pPr>
            <a:r>
              <a:rPr lang="en-US" altLang="ko-KR" b="1" dirty="0"/>
              <a:t>INSERT THE TITLE </a:t>
            </a:r>
          </a:p>
          <a:p>
            <a:pPr>
              <a:spcBef>
                <a:spcPts val="0"/>
              </a:spcBef>
              <a:defRPr/>
            </a:pPr>
            <a:r>
              <a:rPr lang="en-US" altLang="ko-KR" b="1" dirty="0"/>
              <a:t>OF YOUR PRESENTATION HERE</a:t>
            </a:r>
            <a:endParaRPr lang="en-US" altLang="ko-KR" dirty="0"/>
          </a:p>
        </p:txBody>
      </p:sp>
      <p:pic>
        <p:nvPicPr>
          <p:cNvPr id="1026" name="Picture 2" descr="E:\002-KIMS BUSINESS\007-02-Fullslidesppt-Contents\20161228\02-edu\bulb-item.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52640" y="657349"/>
            <a:ext cx="1765300" cy="3917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572242"/>
            <a:ext cx="9144000" cy="576063"/>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148" y="414830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Oval 3"/>
          <p:cNvSpPr/>
          <p:nvPr userDrawn="1"/>
        </p:nvSpPr>
        <p:spPr>
          <a:xfrm>
            <a:off x="3311860" y="737642"/>
            <a:ext cx="2520280" cy="2520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162351" y="1139211"/>
            <a:ext cx="819298" cy="18183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259A283-34ED-48A5-94FC-7CD844FC47C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8316416" y="179105"/>
            <a:ext cx="576064" cy="81609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dpi="0" rotWithShape="1">
          <a:blip r:embed="rId2" cstate="print">
            <a:duotone>
              <a:schemeClr val="bg1">
                <a:shade val="90000"/>
                <a:satMod val="140000"/>
              </a:schemeClr>
              <a:schemeClr val="bg1">
                <a:satMod val="120000"/>
              </a:schemeClr>
            </a:duotone>
            <a:lum/>
          </a:blip>
          <a:srcRect/>
          <a:tile tx="0" ty="0" sx="100000" sy="100000" flip="none" algn="tl"/>
        </a:blipFill>
        <a:effectLst/>
      </p:bgPr>
    </p:bg>
    <p:spTree>
      <p:nvGrpSpPr>
        <p:cNvPr id="1" name=""/>
        <p:cNvGrpSpPr/>
        <p:nvPr/>
      </p:nvGrpSpPr>
      <p:grpSpPr>
        <a:xfrm>
          <a:off x="0" y="0"/>
          <a:ext cx="0" cy="0"/>
          <a:chOff x="0" y="0"/>
          <a:chExt cx="0" cy="0"/>
        </a:xfrm>
      </p:grpSpPr>
      <p:sp>
        <p:nvSpPr>
          <p:cNvPr id="4" name="Rectangle 3"/>
          <p:cNvSpPr/>
          <p:nvPr/>
        </p:nvSpPr>
        <p:spPr bwMode="white">
          <a:xfrm>
            <a:off x="0" y="394335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fontAlgn="auto">
              <a:spcBef>
                <a:spcPts val="0"/>
              </a:spcBef>
              <a:spcAft>
                <a:spcPts val="0"/>
              </a:spcAft>
              <a:defRPr/>
            </a:pPr>
            <a:endParaRPr lang="en-US" sz="1350" dirty="0"/>
          </a:p>
        </p:txBody>
      </p:sp>
      <p:sp>
        <p:nvSpPr>
          <p:cNvPr id="5" name="Rectangle 4"/>
          <p:cNvSpPr/>
          <p:nvPr/>
        </p:nvSpPr>
        <p:spPr>
          <a:xfrm>
            <a:off x="0" y="4000500"/>
            <a:ext cx="1295400" cy="742950"/>
          </a:xfrm>
          <a:prstGeom prst="rect">
            <a:avLst/>
          </a:prstGeom>
          <a:solidFill>
            <a:schemeClr val="accent1">
              <a:lumMod val="40000"/>
              <a:lumOff val="6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fontAlgn="auto">
              <a:spcBef>
                <a:spcPts val="0"/>
              </a:spcBef>
              <a:spcAft>
                <a:spcPts val="0"/>
              </a:spcAft>
              <a:defRPr/>
            </a:pPr>
            <a:endParaRPr lang="en-US" sz="1350" dirty="0"/>
          </a:p>
        </p:txBody>
      </p:sp>
      <p:sp>
        <p:nvSpPr>
          <p:cNvPr id="6" name="Rectangle 5"/>
          <p:cNvSpPr/>
          <p:nvPr/>
        </p:nvSpPr>
        <p:spPr>
          <a:xfrm>
            <a:off x="1371600" y="400050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fontAlgn="auto">
              <a:spcBef>
                <a:spcPts val="0"/>
              </a:spcBef>
              <a:spcAft>
                <a:spcPts val="0"/>
              </a:spcAft>
              <a:defRPr/>
            </a:pPr>
            <a:endParaRPr lang="en-US" sz="1350" b="1" dirty="0">
              <a:effectLst/>
            </a:endParaRPr>
          </a:p>
        </p:txBody>
      </p:sp>
      <p:sp>
        <p:nvSpPr>
          <p:cNvPr id="3" name="Text Placeholder 2"/>
          <p:cNvSpPr>
            <a:spLocks noGrp="1"/>
          </p:cNvSpPr>
          <p:nvPr>
            <p:ph type="body" idx="1"/>
          </p:nvPr>
        </p:nvSpPr>
        <p:spPr>
          <a:xfrm>
            <a:off x="116042" y="3451860"/>
            <a:ext cx="8911918" cy="514350"/>
          </a:xfrm>
          <a:prstGeom prst="rect">
            <a:avLst/>
          </a:prstGeom>
        </p:spPr>
        <p:txBody>
          <a:bodyPr lIns="109454" tIns="54727" rIns="109454" bIns="54727"/>
          <a:lstStyle>
            <a:lvl1pPr marL="0" indent="0" algn="ctr">
              <a:buNone/>
              <a:defRPr sz="2100" b="0">
                <a:solidFill>
                  <a:srgbClr val="002060"/>
                </a:solidFill>
                <a:effectLst/>
                <a:latin typeface="Calibri" panose="020F0502020204030204" pitchFamily="34" charset="0"/>
              </a:defRPr>
            </a:lvl1pPr>
            <a:lvl2pPr>
              <a:buNone/>
              <a:defRPr sz="1650">
                <a:solidFill>
                  <a:schemeClr val="tx1">
                    <a:tint val="75000"/>
                  </a:schemeClr>
                </a:solidFill>
              </a:defRPr>
            </a:lvl2pPr>
            <a:lvl3pPr>
              <a:buNone/>
              <a:defRPr sz="1425">
                <a:solidFill>
                  <a:schemeClr val="tx1">
                    <a:tint val="75000"/>
                  </a:schemeClr>
                </a:solidFill>
              </a:defRPr>
            </a:lvl3pPr>
            <a:lvl4pPr>
              <a:buNone/>
              <a:defRPr sz="1275">
                <a:solidFill>
                  <a:schemeClr val="tx1">
                    <a:tint val="75000"/>
                  </a:schemeClr>
                </a:solidFill>
              </a:defRPr>
            </a:lvl4pPr>
            <a:lvl5pPr>
              <a:buNone/>
              <a:defRPr sz="1275">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1" y="4000500"/>
            <a:ext cx="7620000" cy="742950"/>
          </a:xfrm>
        </p:spPr>
        <p:txBody>
          <a:bodyPr/>
          <a:lstStyle>
            <a:lvl1pPr algn="l">
              <a:buNone/>
              <a:defRPr sz="3600" b="0" cap="none">
                <a:solidFill>
                  <a:srgbClr val="002060"/>
                </a:solidFill>
                <a:effectLst/>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6671CC6D-3A18-44A5-B5C2-7CCA52E234D8}"/>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4103948" y="342900"/>
            <a:ext cx="936104" cy="132614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934736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a:fillRect/>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6735" y="2931790"/>
            <a:ext cx="945499" cy="2098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3399842"/>
            <a:ext cx="9144000" cy="1743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Oval 3"/>
          <p:cNvSpPr/>
          <p:nvPr userDrawn="1"/>
        </p:nvSpPr>
        <p:spPr>
          <a:xfrm>
            <a:off x="4043561" y="2859782"/>
            <a:ext cx="1080120" cy="108012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8057" y="3010192"/>
            <a:ext cx="351128" cy="779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43508" y="123478"/>
            <a:ext cx="8856984" cy="49582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232792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465584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698376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userDrawn="1"/>
        </p:nvSpPr>
        <p:spPr>
          <a:xfrm>
            <a:off x="2328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12"/>
          <p:cNvSpPr/>
          <p:nvPr userDrawn="1"/>
        </p:nvSpPr>
        <p:spPr>
          <a:xfrm>
            <a:off x="4656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p:cNvSpPr/>
          <p:nvPr userDrawn="1"/>
        </p:nvSpPr>
        <p:spPr>
          <a:xfrm>
            <a:off x="6984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p:cNvSpPr txBox="1"/>
          <p:nvPr userDrawn="1"/>
        </p:nvSpPr>
        <p:spPr>
          <a:xfrm>
            <a:off x="8542338" y="4815031"/>
            <a:ext cx="457550" cy="276999"/>
          </a:xfrm>
          <a:prstGeom prst="rect">
            <a:avLst/>
          </a:prstGeom>
          <a:noFill/>
        </p:spPr>
        <p:txBody>
          <a:bodyPr wrap="square" rtlCol="0">
            <a:spAutoFit/>
          </a:bodyPr>
          <a:lstStyle/>
          <a:p>
            <a:fld id="{D2547394-6710-499F-ADFF-5EE6905AB227}" type="slidenum">
              <a:rPr lang="en-US" sz="1200" smtClean="0"/>
              <a:t>‹#›</a:t>
            </a:fld>
            <a:endParaRPr lang="en-US" sz="12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userDrawn="1"/>
        </p:nvSpPr>
        <p:spPr>
          <a:xfrm>
            <a:off x="8676456" y="4756384"/>
            <a:ext cx="396552" cy="276999"/>
          </a:xfrm>
          <a:prstGeom prst="rect">
            <a:avLst/>
          </a:prstGeom>
          <a:noFill/>
        </p:spPr>
        <p:txBody>
          <a:bodyPr wrap="square" rtlCol="0">
            <a:spAutoFit/>
          </a:bodyPr>
          <a:lstStyle/>
          <a:p>
            <a:fld id="{D2547394-6710-499F-ADFF-5EE6905AB227}" type="slidenum">
              <a:rPr lang="en-US" sz="1200" smtClean="0"/>
              <a:t>‹#›</a:t>
            </a:fld>
            <a:endParaRPr lang="en-US" sz="12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userDrawn="1"/>
        </p:nvSpPr>
        <p:spPr>
          <a:xfrm>
            <a:off x="0" y="1759754"/>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23208" y="1042230"/>
            <a:ext cx="2869272" cy="347463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7380312" y="1175233"/>
            <a:ext cx="1008112"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5643269" y="1261134"/>
            <a:ext cx="1654766"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4860032" y="0"/>
            <a:ext cx="3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p:cNvSpPr/>
          <p:nvPr userDrawn="1"/>
        </p:nvSpPr>
        <p:spPr>
          <a:xfrm>
            <a:off x="4896032" y="1311750"/>
            <a:ext cx="180000" cy="25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307657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64945" y="38858"/>
            <a:ext cx="1043559" cy="804700"/>
          </a:xfrm>
          <a:prstGeom prst="rect">
            <a:avLst/>
          </a:prstGeom>
          <a:ln>
            <a:noFill/>
          </a:ln>
          <a:effectLst>
            <a:softEdge rad="112500"/>
          </a:effec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131840" y="181632"/>
            <a:ext cx="601216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131840" y="757696"/>
            <a:ext cx="601216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146470" y="1131590"/>
            <a:ext cx="3059832" cy="401191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411510"/>
            <a:ext cx="6444208" cy="4320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6" name="Picture Placeholder 2"/>
          <p:cNvSpPr>
            <a:spLocks noGrp="1"/>
          </p:cNvSpPr>
          <p:nvPr>
            <p:ph type="pic" idx="1" hasCustomPrompt="1"/>
          </p:nvPr>
        </p:nvSpPr>
        <p:spPr>
          <a:xfrm>
            <a:off x="135622"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223854"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312086"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444208"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6444208"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3986213"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3986213"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3291830"/>
            <a:ext cx="8748464"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95536" y="3867894"/>
            <a:ext cx="87484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Picture Placeholder 2"/>
          <p:cNvSpPr>
            <a:spLocks noGrp="1"/>
          </p:cNvSpPr>
          <p:nvPr>
            <p:ph type="pic" idx="12" hasCustomPrompt="1"/>
          </p:nvPr>
        </p:nvSpPr>
        <p:spPr>
          <a:xfrm>
            <a:off x="467544" y="339502"/>
            <a:ext cx="3312128" cy="280807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3995936" y="339502"/>
            <a:ext cx="468052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399593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561619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723645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anose="020B0604020202020204" pitchFamily="34" charset="0"/>
              </a:defRPr>
            </a:lvl1pPr>
          </a:lstStyle>
          <a:p>
            <a:r>
              <a:rPr lang="en-US" altLang="ko-KR" dirty="0"/>
              <a:t>Fully Editable Shapes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171451"/>
            <a:ext cx="8363938" cy="560923"/>
          </a:xfrm>
        </p:spPr>
        <p:txBody>
          <a:bodyPr/>
          <a:lstStyle>
            <a:lvl1pPr>
              <a:defRPr sz="4050"/>
            </a:lvl1pPr>
          </a:lstStyle>
          <a:p>
            <a:r>
              <a:rPr lang="en-US"/>
              <a:t>Click to edit Master title style</a:t>
            </a:r>
            <a:endParaRPr lang="en-US" dirty="0"/>
          </a:p>
        </p:txBody>
      </p:sp>
      <p:sp>
        <p:nvSpPr>
          <p:cNvPr id="5" name="Text Placeholder 4"/>
          <p:cNvSpPr>
            <a:spLocks noGrp="1"/>
          </p:cNvSpPr>
          <p:nvPr>
            <p:ph type="body" sz="quarter" idx="10"/>
          </p:nvPr>
        </p:nvSpPr>
        <p:spPr>
          <a:xfrm>
            <a:off x="389436" y="1085850"/>
            <a:ext cx="8363938" cy="779060"/>
          </a:xfrm>
        </p:spPr>
        <p:txBody>
          <a:bodyPr/>
          <a:lstStyle>
            <a:lvl1pPr marL="2540" indent="0">
              <a:spcBef>
                <a:spcPts val="0"/>
              </a:spcBef>
              <a:spcAft>
                <a:spcPts val="675"/>
              </a:spcAft>
              <a:buSzPct val="80000"/>
              <a:buFont typeface="Arial" panose="020B0604020202020204" pitchFamily="34" charset="0"/>
              <a:buNone/>
              <a:defRPr sz="3000" spc="-75" baseline="0">
                <a:gradFill>
                  <a:gsLst>
                    <a:gs pos="0">
                      <a:srgbClr val="595959"/>
                    </a:gs>
                    <a:gs pos="86000">
                      <a:srgbClr val="595959"/>
                    </a:gs>
                  </a:gsLst>
                  <a:lin ang="5400000" scaled="0"/>
                </a:gradFill>
                <a:latin typeface="Segoe UI Light" panose="020B0502040204020203" pitchFamily="34" charset="0"/>
              </a:defRPr>
            </a:lvl1pPr>
            <a:lvl2pPr marL="2540" indent="0">
              <a:spcBef>
                <a:spcPts val="0"/>
              </a:spcBef>
              <a:buSzPct val="80000"/>
              <a:buFont typeface="Arial" panose="020B0604020202020204" pitchFamily="34" charset="0"/>
              <a:buNone/>
              <a:defRPr sz="1500" spc="-38" baseline="0">
                <a:gradFill>
                  <a:gsLst>
                    <a:gs pos="0">
                      <a:srgbClr val="595959"/>
                    </a:gs>
                    <a:gs pos="86000">
                      <a:srgbClr val="595959"/>
                    </a:gs>
                  </a:gsLst>
                  <a:lin ang="5400000" scaled="0"/>
                </a:gradFill>
              </a:defRPr>
            </a:lvl2pPr>
            <a:lvl3pPr marL="944245" indent="-3022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3960" indent="-25971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055" indent="-25273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a:t>Click to edit Master text styles</a:t>
            </a:r>
          </a:p>
          <a:p>
            <a:pPr lvl="1"/>
            <a:r>
              <a:rPr lang="en-US"/>
              <a:t>Second level</a:t>
            </a:r>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9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2"/>
          <p:cNvSpPr>
            <a:spLocks noGrp="1"/>
          </p:cNvSpPr>
          <p:nvPr>
            <p:ph type="pic" idx="12" hasCustomPrompt="1"/>
          </p:nvPr>
        </p:nvSpPr>
        <p:spPr>
          <a:xfrm>
            <a:off x="1453549" y="501168"/>
            <a:ext cx="4176000" cy="4176000"/>
          </a:xfrm>
          <a:prstGeom prst="diamond">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Frame 5"/>
          <p:cNvSpPr/>
          <p:nvPr userDrawn="1"/>
        </p:nvSpPr>
        <p:spPr>
          <a:xfrm rot="2700000">
            <a:off x="1947315" y="994934"/>
            <a:ext cx="3188468" cy="3188468"/>
          </a:xfrm>
          <a:prstGeom prst="frame">
            <a:avLst>
              <a:gd name="adj1" fmla="val 18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solidFill>
                <a:schemeClr val="tx1"/>
              </a:solidFill>
            </a:endParaRPr>
          </a:p>
        </p:txBody>
      </p:sp>
      <p:sp>
        <p:nvSpPr>
          <p:cNvPr id="9" name="Chevron 8"/>
          <p:cNvSpPr/>
          <p:nvPr userDrawn="1"/>
        </p:nvSpPr>
        <p:spPr>
          <a:xfrm rot="10800000">
            <a:off x="906447" y="1455157"/>
            <a:ext cx="1432854" cy="2268009"/>
          </a:xfrm>
          <a:prstGeom prst="chevron">
            <a:avLst>
              <a:gd name="adj" fmla="val 8089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solidFill>
                <a:schemeClr val="tx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dpi="0" rotWithShape="1">
          <a:blip r:embed="rId2" cstate="print">
            <a:duotone>
              <a:schemeClr val="bg1">
                <a:shade val="90000"/>
                <a:satMod val="140000"/>
              </a:schemeClr>
              <a:schemeClr val="bg1">
                <a:satMod val="120000"/>
              </a:schemeClr>
            </a:duotone>
            <a:lum/>
          </a:blip>
          <a:srcRect/>
          <a:tile tx="0" ty="0" sx="100000" sy="100000" flip="none" algn="tl"/>
        </a:blipFill>
        <a:effectLst/>
      </p:bgPr>
    </p:bg>
    <p:spTree>
      <p:nvGrpSpPr>
        <p:cNvPr id="1" name=""/>
        <p:cNvGrpSpPr/>
        <p:nvPr/>
      </p:nvGrpSpPr>
      <p:grpSpPr>
        <a:xfrm>
          <a:off x="0" y="0"/>
          <a:ext cx="0" cy="0"/>
          <a:chOff x="0" y="0"/>
          <a:chExt cx="0" cy="0"/>
        </a:xfrm>
      </p:grpSpPr>
      <p:sp>
        <p:nvSpPr>
          <p:cNvPr id="4" name="Rectangle 3"/>
          <p:cNvSpPr/>
          <p:nvPr/>
        </p:nvSpPr>
        <p:spPr bwMode="white">
          <a:xfrm>
            <a:off x="0" y="394335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dirty="0">
              <a:solidFill>
                <a:prstClr val="white"/>
              </a:solidFill>
            </a:endParaRPr>
          </a:p>
        </p:txBody>
      </p:sp>
      <p:sp>
        <p:nvSpPr>
          <p:cNvPr id="5" name="Rectangle 4"/>
          <p:cNvSpPr/>
          <p:nvPr/>
        </p:nvSpPr>
        <p:spPr>
          <a:xfrm>
            <a:off x="0" y="4000500"/>
            <a:ext cx="1295400" cy="742950"/>
          </a:xfrm>
          <a:prstGeom prst="rect">
            <a:avLst/>
          </a:prstGeom>
          <a:solidFill>
            <a:schemeClr val="accent1">
              <a:lumMod val="40000"/>
              <a:lumOff val="6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dirty="0">
              <a:solidFill>
                <a:prstClr val="white"/>
              </a:solidFill>
            </a:endParaRPr>
          </a:p>
        </p:txBody>
      </p:sp>
      <p:sp>
        <p:nvSpPr>
          <p:cNvPr id="6" name="Rectangle 5"/>
          <p:cNvSpPr/>
          <p:nvPr/>
        </p:nvSpPr>
        <p:spPr>
          <a:xfrm>
            <a:off x="1371600" y="400050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b="1" dirty="0">
              <a:solidFill>
                <a:prstClr val="white"/>
              </a:solidFill>
            </a:endParaRPr>
          </a:p>
        </p:txBody>
      </p:sp>
      <p:sp>
        <p:nvSpPr>
          <p:cNvPr id="3" name="Text Placeholder 2"/>
          <p:cNvSpPr>
            <a:spLocks noGrp="1"/>
          </p:cNvSpPr>
          <p:nvPr>
            <p:ph type="body" idx="1"/>
          </p:nvPr>
        </p:nvSpPr>
        <p:spPr>
          <a:xfrm>
            <a:off x="116042" y="3451860"/>
            <a:ext cx="8911918" cy="514350"/>
          </a:xfrm>
          <a:prstGeom prst="rect">
            <a:avLst/>
          </a:prstGeom>
        </p:spPr>
        <p:txBody>
          <a:bodyPr lIns="109454" tIns="54727" rIns="109454" bIns="54727"/>
          <a:lstStyle>
            <a:lvl1pPr marL="0" indent="0" algn="ctr">
              <a:buNone/>
              <a:defRPr sz="2100" b="0">
                <a:solidFill>
                  <a:srgbClr val="002060"/>
                </a:solidFill>
                <a:effectLst/>
                <a:latin typeface="Calibri" panose="020F0502020204030204" pitchFamily="34" charset="0"/>
              </a:defRPr>
            </a:lvl1pPr>
            <a:lvl2pPr>
              <a:buNone/>
              <a:defRPr sz="1650">
                <a:solidFill>
                  <a:schemeClr val="tx1">
                    <a:tint val="75000"/>
                  </a:schemeClr>
                </a:solidFill>
              </a:defRPr>
            </a:lvl2pPr>
            <a:lvl3pPr>
              <a:buNone/>
              <a:defRPr sz="1425">
                <a:solidFill>
                  <a:schemeClr val="tx1">
                    <a:tint val="75000"/>
                  </a:schemeClr>
                </a:solidFill>
              </a:defRPr>
            </a:lvl3pPr>
            <a:lvl4pPr>
              <a:buNone/>
              <a:defRPr sz="1275">
                <a:solidFill>
                  <a:schemeClr val="tx1">
                    <a:tint val="75000"/>
                  </a:schemeClr>
                </a:solidFill>
              </a:defRPr>
            </a:lvl4pPr>
            <a:lvl5pPr>
              <a:buNone/>
              <a:defRPr sz="1275">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1" y="4000500"/>
            <a:ext cx="7620000" cy="742950"/>
          </a:xfrm>
        </p:spPr>
        <p:txBody>
          <a:bodyPr/>
          <a:lstStyle>
            <a:lvl1pPr algn="l">
              <a:buNone/>
              <a:defRPr sz="3600" b="0" cap="none">
                <a:solidFill>
                  <a:srgbClr val="002060"/>
                </a:solidFill>
                <a:effectLst/>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5B5A6C93-8425-42D4-A60B-030A2D324E7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3743908" y="771550"/>
            <a:ext cx="1656184" cy="2346259"/>
          </a:xfrm>
          <a:prstGeom prst="rect">
            <a:avLst/>
          </a:prstGeom>
        </p:spPr>
      </p:pic>
    </p:spTree>
    <p:extLst>
      <p:ext uri="{BB962C8B-B14F-4D97-AF65-F5344CB8AC3E}">
        <p14:creationId xmlns:p14="http://schemas.microsoft.com/office/powerpoint/2010/main" val="271312908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3" name="Rectangle 2"/>
          <p:cNvSpPr/>
          <p:nvPr userDrawn="1"/>
        </p:nvSpPr>
        <p:spPr>
          <a:xfrm>
            <a:off x="0" y="2571750"/>
            <a:ext cx="9144000" cy="2571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p:cNvSpPr/>
          <p:nvPr userDrawn="1"/>
        </p:nvSpPr>
        <p:spPr>
          <a:xfrm>
            <a:off x="2116108" y="843558"/>
            <a:ext cx="4896544" cy="3456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Rectangle 4"/>
          <p:cNvSpPr/>
          <p:nvPr userDrawn="1"/>
        </p:nvSpPr>
        <p:spPr>
          <a:xfrm>
            <a:off x="2116108" y="0"/>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2116108" y="4948014"/>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116108" y="3049518"/>
            <a:ext cx="4896544"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2116108" y="3625582"/>
            <a:ext cx="4896544"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pic>
        <p:nvPicPr>
          <p:cNvPr id="2050"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flipH="1">
            <a:off x="4155985" y="1156325"/>
            <a:ext cx="816788" cy="18128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22611"/>
            <a:ext cx="8515350" cy="554292"/>
          </a:xfrm>
        </p:spPr>
        <p:txBody>
          <a:bodyPr>
            <a:normAutofit/>
          </a:bodyPr>
          <a:lstStyle>
            <a:lvl1pPr>
              <a:defRPr sz="2700"/>
            </a:lvl1pPr>
          </a:lstStyle>
          <a:p>
            <a:r>
              <a:rPr lang="en-US" dirty="0"/>
              <a:t>Click to edit Master title style</a:t>
            </a:r>
          </a:p>
        </p:txBody>
      </p:sp>
    </p:spTree>
    <p:extLst>
      <p:ext uri="{BB962C8B-B14F-4D97-AF65-F5344CB8AC3E}">
        <p14:creationId xmlns:p14="http://schemas.microsoft.com/office/powerpoint/2010/main" val="12147679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9435" y="2125981"/>
            <a:ext cx="8368940" cy="761747"/>
          </a:xfrm>
        </p:spPr>
        <p:txBody>
          <a:bodyPr anchor="b" anchorCtr="0">
            <a:spAutoFit/>
          </a:bodyPr>
          <a:lstStyle>
            <a:lvl1pPr>
              <a:lnSpc>
                <a:spcPct val="100000"/>
              </a:lnSpc>
              <a:defRPr sz="4950" baseline="0">
                <a:solidFill>
                  <a:schemeClr val="bg1">
                    <a:alpha val="99000"/>
                  </a:schemeClr>
                </a:solidFill>
                <a:latin typeface="Segoe UI Light" panose="020B0502040204020203" pitchFamily="34" charset="0"/>
              </a:defRPr>
            </a:lvl1pPr>
          </a:lstStyle>
          <a:p>
            <a:r>
              <a:rPr lang="en-US" dirty="0"/>
              <a:t>Title Here</a:t>
            </a:r>
          </a:p>
        </p:txBody>
      </p:sp>
      <p:sp>
        <p:nvSpPr>
          <p:cNvPr id="7" name="Text Placeholder 6"/>
          <p:cNvSpPr>
            <a:spLocks noGrp="1"/>
          </p:cNvSpPr>
          <p:nvPr>
            <p:ph type="body" sz="quarter" idx="11" hasCustomPrompt="1"/>
          </p:nvPr>
        </p:nvSpPr>
        <p:spPr>
          <a:xfrm>
            <a:off x="389437" y="3223260"/>
            <a:ext cx="4091816" cy="959237"/>
          </a:xfrm>
        </p:spPr>
        <p:txBody>
          <a:bodyPr/>
          <a:lstStyle>
            <a:lvl1pPr marL="0" indent="0">
              <a:lnSpc>
                <a:spcPct val="100000"/>
              </a:lnSpc>
              <a:spcBef>
                <a:spcPts val="450"/>
              </a:spcBef>
              <a:buFont typeface="Arial" panose="020B0604020202020204" pitchFamily="34" charset="0"/>
              <a:buNone/>
              <a:defRPr sz="1800">
                <a:solidFill>
                  <a:schemeClr val="bg1">
                    <a:alpha val="98000"/>
                  </a:schemeClr>
                </a:solidFill>
                <a:latin typeface="+mj-lt"/>
              </a:defRPr>
            </a:lvl1pPr>
            <a:lvl2pPr marL="345440" indent="0">
              <a:buFont typeface="Arial" panose="020B0604020202020204" pitchFamily="34" charset="0"/>
              <a:buNone/>
              <a:defRPr/>
            </a:lvl2pPr>
            <a:lvl3pPr marL="641985" indent="0">
              <a:buFont typeface="Arial" panose="020B0604020202020204" pitchFamily="34" charset="0"/>
              <a:buNone/>
              <a:defRPr/>
            </a:lvl3pPr>
            <a:lvl4pPr marL="944245" indent="0">
              <a:buFont typeface="Arial" panose="020B0604020202020204" pitchFamily="34" charset="0"/>
              <a:buNone/>
              <a:defRPr/>
            </a:lvl4pPr>
            <a:lvl5pPr marL="1203960" indent="0">
              <a:buFont typeface="Arial" panose="020B0604020202020204" pitchFamily="34" charset="0"/>
              <a:buNone/>
              <a:defRPr/>
            </a:lvl5pPr>
          </a:lstStyle>
          <a:p>
            <a:pPr lvl="0"/>
            <a:r>
              <a:rPr lang="en-US" dirty="0"/>
              <a:t>Name </a:t>
            </a:r>
          </a:p>
          <a:p>
            <a:pPr lvl="0"/>
            <a:r>
              <a:rPr lang="en-US" dirty="0"/>
              <a:t>Title</a:t>
            </a:r>
          </a:p>
          <a:p>
            <a:pPr lvl="0"/>
            <a:r>
              <a:rPr lang="en-US" dirty="0"/>
              <a:t>Microsoft Corporation</a:t>
            </a:r>
          </a:p>
        </p:txBody>
      </p:sp>
      <p:pic>
        <p:nvPicPr>
          <p:cNvPr id="5" name="Picture 4">
            <a:extLst>
              <a:ext uri="{FF2B5EF4-FFF2-40B4-BE49-F238E27FC236}">
                <a16:creationId xmlns:a16="http://schemas.microsoft.com/office/drawing/2014/main" id="{FA7D4E5A-7B1D-4C18-854E-6153812C682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44913"/>
            <a:ext cx="576064" cy="816090"/>
          </a:xfrm>
          <a:prstGeom prst="rect">
            <a:avLst/>
          </a:prstGeom>
        </p:spPr>
      </p:pic>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p:ph type="body" sz="quarter" idx="10" hasCustomPrompt="1"/>
          </p:nvPr>
        </p:nvSpPr>
        <p:spPr>
          <a:xfrm>
            <a:off x="387529" y="2125980"/>
            <a:ext cx="8368940" cy="914096"/>
          </a:xfrm>
        </p:spPr>
        <p:txBody>
          <a:bodyPr anchor="b"/>
          <a:lstStyle>
            <a:lvl1pPr marL="0" indent="0">
              <a:lnSpc>
                <a:spcPct val="100000"/>
              </a:lnSpc>
              <a:buNone/>
              <a:defRPr lang="en-US" sz="6600" i="0" kern="1200" spc="-75" baseline="0" dirty="0" smtClean="0">
                <a:solidFill>
                  <a:schemeClr val="bg1">
                    <a:alpha val="99000"/>
                  </a:schemeClr>
                </a:solidFill>
                <a:latin typeface="Segoe UI Light" panose="020B0502040204020203" pitchFamily="34" charset="0"/>
                <a:ea typeface="+mn-ea"/>
                <a:cs typeface="+mn-cs"/>
              </a:defRPr>
            </a:lvl1pPr>
          </a:lstStyle>
          <a:p>
            <a:pPr marL="0" lvl="0" indent="0" algn="l" defTabSz="685165" rtl="0" eaLnBrk="1" latinLnBrk="0" hangingPunct="1">
              <a:lnSpc>
                <a:spcPct val="90000"/>
              </a:lnSpc>
              <a:spcBef>
                <a:spcPct val="20000"/>
              </a:spcBef>
              <a:buSzPct val="90000"/>
              <a:buFont typeface="Arial" panose="020B0604020202020204" pitchFamily="34" charset="0"/>
              <a:buNone/>
            </a:pPr>
            <a:r>
              <a:rPr lang="en-US" dirty="0"/>
              <a:t>Click to edit title style</a:t>
            </a:r>
          </a:p>
        </p:txBody>
      </p:sp>
      <p:sp>
        <p:nvSpPr>
          <p:cNvPr id="25" name="Text Placeholder 8"/>
          <p:cNvSpPr>
            <a:spLocks noGrp="1"/>
          </p:cNvSpPr>
          <p:nvPr>
            <p:ph type="body" sz="quarter" idx="11" hasCustomPrompt="1"/>
          </p:nvPr>
        </p:nvSpPr>
        <p:spPr>
          <a:xfrm>
            <a:off x="384673" y="3223261"/>
            <a:ext cx="5636696" cy="332399"/>
          </a:xfrm>
        </p:spPr>
        <p:txBody>
          <a:bodyPr/>
          <a:lstStyle>
            <a:lvl1pPr marL="0" indent="0">
              <a:lnSpc>
                <a:spcPct val="100000"/>
              </a:lnSpc>
              <a:buNone/>
              <a:defRPr lang="en-US" sz="2400" kern="1200" spc="-75" baseline="0" dirty="0">
                <a:solidFill>
                  <a:schemeClr val="bg1">
                    <a:alpha val="99000"/>
                  </a:schemeClr>
                </a:solidFill>
                <a:latin typeface="+mj-lt"/>
                <a:ea typeface="+mn-ea"/>
                <a:cs typeface="+mn-cs"/>
              </a:defRPr>
            </a:lvl1pPr>
          </a:lstStyle>
          <a:p>
            <a:pPr marL="0" lvl="0" indent="0" algn="l" defTabSz="685165" rtl="0" eaLnBrk="1" latinLnBrk="0" hangingPunct="1">
              <a:lnSpc>
                <a:spcPct val="90000"/>
              </a:lnSpc>
              <a:spcBef>
                <a:spcPct val="20000"/>
              </a:spcBef>
              <a:buSzPct val="90000"/>
              <a:buFont typeface="Arial" panose="020B0604020202020204" pitchFamily="34" charset="0"/>
              <a:buNone/>
            </a:pPr>
            <a:r>
              <a:rPr lang="en-US" dirty="0"/>
              <a:t>Speaker Name</a:t>
            </a:r>
          </a:p>
        </p:txBody>
      </p:sp>
      <p:pic>
        <p:nvPicPr>
          <p:cNvPr id="5" name="Picture 4">
            <a:extLst>
              <a:ext uri="{FF2B5EF4-FFF2-40B4-BE49-F238E27FC236}">
                <a16:creationId xmlns:a16="http://schemas.microsoft.com/office/drawing/2014/main" id="{8DB0DA12-F86C-4C11-A17A-E95A8B7BEDD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387529" y="1440180"/>
            <a:ext cx="8368940" cy="2031326"/>
          </a:xfrm>
        </p:spPr>
        <p:txBody>
          <a:bodyPr anchor="ctr" anchorCtr="0">
            <a:sp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6600" b="0" i="0" u="none" strike="noStrike" kern="1200" cap="none" spc="-90" normalizeH="0" baseline="0" dirty="0" smtClean="0">
                <a:ln w="3175">
                  <a:noFill/>
                </a:ln>
                <a:solidFill>
                  <a:schemeClr val="bg1">
                    <a:alpha val="99000"/>
                  </a:schemeClr>
                </a:solidFill>
                <a:effectLst/>
                <a:uLnTx/>
                <a:uFillTx/>
                <a:latin typeface="Segoe UI Light" panose="020B0502040204020203"/>
                <a:ea typeface="+mn-ea"/>
                <a:cs typeface="Arial" panose="020B0604020202020204" pitchFamily="34" charset="0"/>
              </a:defRPr>
            </a:lvl1pPr>
          </a:lstStyle>
          <a:p>
            <a:pPr lvl="0"/>
            <a:r>
              <a:rPr lang="en-US"/>
              <a:t>Click to edit Master text styles</a:t>
            </a:r>
          </a:p>
        </p:txBody>
      </p:sp>
      <p:pic>
        <p:nvPicPr>
          <p:cNvPr id="4" name="Picture 3">
            <a:extLst>
              <a:ext uri="{FF2B5EF4-FFF2-40B4-BE49-F238E27FC236}">
                <a16:creationId xmlns:a16="http://schemas.microsoft.com/office/drawing/2014/main" id="{41B6654B-19AF-4AA1-987A-A13DEEAED96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p:nvSpPr>
        <p:spPr bwMode="auto">
          <a:xfrm>
            <a:off x="900364" y="1085850"/>
            <a:ext cx="7853009" cy="352425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53" tIns="34277" rIns="68553" bIns="34277" numCol="1" spcCol="0" rtlCol="0" anchor="ctr" anchorCtr="0" compatLnSpc="1"/>
          <a:lstStyle/>
          <a:p>
            <a:pPr algn="ctr" defTabSz="685165"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 name="Title 1"/>
          <p:cNvSpPr>
            <a:spLocks noGrp="1"/>
          </p:cNvSpPr>
          <p:nvPr>
            <p:ph type="title"/>
          </p:nvPr>
        </p:nvSpPr>
        <p:spPr>
          <a:xfrm>
            <a:off x="1280574" y="267753"/>
            <a:ext cx="6825201" cy="560923"/>
          </a:xfrm>
        </p:spPr>
        <p:txBody>
          <a:bodyPr/>
          <a:lstStyle>
            <a:lvl1pPr algn="l" defTabSz="685165" rtl="0" eaLnBrk="1" latinLnBrk="0" hangingPunct="1">
              <a:lnSpc>
                <a:spcPct val="90000"/>
              </a:lnSpc>
              <a:spcBef>
                <a:spcPct val="0"/>
              </a:spcBef>
              <a:buNone/>
              <a:defRPr lang="en-US" sz="4050" b="0" kern="1200" cap="none" spc="-75" baseline="0" dirty="0">
                <a:ln w="3175">
                  <a:noFill/>
                </a:ln>
                <a:gradFill flip="none" rotWithShape="1">
                  <a:gsLst>
                    <a:gs pos="0">
                      <a:srgbClr val="595959"/>
                    </a:gs>
                    <a:gs pos="86000">
                      <a:srgbClr val="595959"/>
                    </a:gs>
                  </a:gsLst>
                  <a:lin ang="5400000" scaled="0"/>
                  <a:tileRect/>
                </a:gradFill>
                <a:effectLst/>
                <a:latin typeface="Segoe UI Light" panose="020B0502040204020203" pitchFamily="34" charset="0"/>
                <a:ea typeface="+mn-ea"/>
                <a:cs typeface="Arial" panose="020B0604020202020204" pitchFamily="34" charset="0"/>
              </a:defRPr>
            </a:lvl1pPr>
          </a:lstStyle>
          <a:p>
            <a:r>
              <a:rPr lang="en-US"/>
              <a:t>Click to edit Master title style</a:t>
            </a:r>
            <a:endParaRPr lang="en-US" dirty="0"/>
          </a:p>
        </p:txBody>
      </p:sp>
      <p:sp>
        <p:nvSpPr>
          <p:cNvPr id="5" name="Text Placeholder 4"/>
          <p:cNvSpPr>
            <a:spLocks noGrp="1"/>
          </p:cNvSpPr>
          <p:nvPr>
            <p:ph type="body" sz="quarter" idx="11"/>
          </p:nvPr>
        </p:nvSpPr>
        <p:spPr>
          <a:xfrm>
            <a:off x="2606032" y="2538560"/>
            <a:ext cx="5210341" cy="980781"/>
          </a:xfrm>
        </p:spPr>
        <p:txBody>
          <a:bodyPr lIns="182880" tIns="182880" anchor="ctr" anchorCtr="0"/>
          <a:lstStyle>
            <a:lvl1pPr marL="431165" indent="-428625">
              <a:spcAft>
                <a:spcPts val="900"/>
              </a:spcAft>
              <a:buNone/>
              <a:defRPr lang="en-US" sz="3300" kern="1200" spc="-75" baseline="0" dirty="0" smtClean="0">
                <a:gradFill>
                  <a:gsLst>
                    <a:gs pos="0">
                      <a:srgbClr val="595959"/>
                    </a:gs>
                    <a:gs pos="86000">
                      <a:srgbClr val="595959"/>
                    </a:gs>
                  </a:gsLst>
                  <a:lin ang="5400000" scaled="0"/>
                </a:gradFill>
                <a:latin typeface="Segoe UI Light" panose="020B0502040204020203" pitchFamily="34" charset="0"/>
                <a:ea typeface="+mn-ea"/>
                <a:cs typeface="+mn-cs"/>
              </a:defRPr>
            </a:lvl1pPr>
            <a:lvl2pPr marL="259715" indent="-257175">
              <a:buFont typeface="Arial" panose="020B0604020202020204" pitchFamily="34" charset="0"/>
              <a:buNone/>
              <a:defRPr lang="en-US" sz="1800" kern="1200" spc="-38" baseline="0" dirty="0">
                <a:gradFill>
                  <a:gsLst>
                    <a:gs pos="0">
                      <a:srgbClr val="595959"/>
                    </a:gs>
                    <a:gs pos="86000">
                      <a:srgbClr val="595959"/>
                    </a:gs>
                  </a:gsLst>
                  <a:lin ang="5400000" scaled="0"/>
                </a:gradFill>
                <a:latin typeface="+mn-lt"/>
                <a:ea typeface="+mn-ea"/>
                <a:cs typeface="+mn-cs"/>
              </a:defRPr>
            </a:lvl2pPr>
          </a:lstStyle>
          <a:p>
            <a:pPr marL="2540" lvl="0" indent="0" algn="l" defTabSz="685165" rtl="0" eaLnBrk="1" latinLnBrk="0" hangingPunct="1">
              <a:lnSpc>
                <a:spcPct val="90000"/>
              </a:lnSpc>
              <a:spcBef>
                <a:spcPts val="0"/>
              </a:spcBef>
              <a:spcAft>
                <a:spcPts val="675"/>
              </a:spcAft>
              <a:buSzPct val="80000"/>
            </a:pPr>
            <a:r>
              <a:rPr lang="en-US"/>
              <a:t>Click to edit Master text styles</a:t>
            </a:r>
          </a:p>
          <a:p>
            <a:pPr marL="2540" lvl="1" indent="0" algn="l" defTabSz="685165" rtl="0" eaLnBrk="1" latinLnBrk="0" hangingPunct="1">
              <a:lnSpc>
                <a:spcPct val="90000"/>
              </a:lnSpc>
              <a:spcBef>
                <a:spcPts val="0"/>
              </a:spcBef>
              <a:spcAft>
                <a:spcPts val="675"/>
              </a:spcAft>
              <a:buSzPct val="80000"/>
            </a:pPr>
            <a:r>
              <a:rPr lang="en-US"/>
              <a:t>Second level</a:t>
            </a:r>
          </a:p>
        </p:txBody>
      </p:sp>
      <p:sp>
        <p:nvSpPr>
          <p:cNvPr id="18" name="Freeform 105"/>
          <p:cNvSpPr/>
          <p:nvPr/>
        </p:nvSpPr>
        <p:spPr bwMode="black">
          <a:xfrm>
            <a:off x="900364" y="1600200"/>
            <a:ext cx="1399160" cy="28575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p:spPr>
        <p:txBody>
          <a:bodyPr vert="horz" wrap="square" lIns="61729" tIns="30865" rIns="61729" bIns="30865" numCol="1" anchor="t" anchorCtr="0" compatLnSpc="1"/>
          <a:lstStyle/>
          <a:p>
            <a:pPr defTabSz="913765"/>
            <a:endParaRPr lang="en-US" sz="1200" dirty="0">
              <a:solidFill>
                <a:srgbClr val="292929"/>
              </a:solidFill>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89436" y="1097758"/>
            <a:ext cx="8368940" cy="154657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1237162" y="228601"/>
            <a:ext cx="6916239" cy="560923"/>
          </a:xfrm>
        </p:spPr>
        <p:txBody>
          <a:bodyPr/>
          <a:lstStyle>
            <a:lvl1pPr>
              <a:defRPr sz="4050"/>
            </a:lvl1pPr>
          </a:lstStyle>
          <a:p>
            <a:r>
              <a:rPr lang="en-US" dirty="0"/>
              <a:t>Click to edit Master title style</a:t>
            </a: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1237162" y="276226"/>
            <a:ext cx="6887664" cy="560923"/>
          </a:xfrm>
        </p:spPr>
        <p:txBody>
          <a:bodyPr/>
          <a:lstStyle>
            <a:lvl1pPr algn="l" defTabSz="685165" rtl="0" eaLnBrk="1" latinLnBrk="0" hangingPunct="1">
              <a:lnSpc>
                <a:spcPct val="90000"/>
              </a:lnSpc>
              <a:spcBef>
                <a:spcPct val="0"/>
              </a:spcBef>
              <a:buNone/>
              <a:defRPr lang="en-US" sz="4050" b="0" kern="1200" cap="none" spc="-75" baseline="0" dirty="0">
                <a:ln w="3175">
                  <a:noFill/>
                </a:ln>
                <a:gradFill flip="none" rotWithShape="1">
                  <a:gsLst>
                    <a:gs pos="0">
                      <a:srgbClr val="595959"/>
                    </a:gs>
                    <a:gs pos="86000">
                      <a:srgbClr val="595959"/>
                    </a:gs>
                  </a:gsLst>
                  <a:lin ang="5400000" scaled="0"/>
                  <a:tileRect/>
                </a:gradFill>
                <a:effectLst/>
                <a:latin typeface="Segoe UI Light" panose="020B0502040204020203" pitchFamily="34" charset="0"/>
                <a:ea typeface="+mn-ea"/>
                <a:cs typeface="Arial" panose="020B0604020202020204" pitchFamily="34" charset="0"/>
              </a:defRPr>
            </a:lvl1pPr>
          </a:lstStyle>
          <a:p>
            <a:r>
              <a:rPr lang="en-US" dirty="0"/>
              <a:t>Click to edit Master title style</a:t>
            </a:r>
          </a:p>
        </p:txBody>
      </p:sp>
      <p:sp>
        <p:nvSpPr>
          <p:cNvPr id="4" name="Content Placeholder 3"/>
          <p:cNvSpPr>
            <a:spLocks noGrp="1"/>
          </p:cNvSpPr>
          <p:nvPr>
            <p:ph sz="quarter" idx="10"/>
          </p:nvPr>
        </p:nvSpPr>
        <p:spPr>
          <a:xfrm>
            <a:off x="389436" y="1097758"/>
            <a:ext cx="8368940" cy="1546577"/>
          </a:xfrm>
        </p:spPr>
        <p:txBody>
          <a:bodyPr>
            <a:spAutoFit/>
          </a:bodyPr>
          <a:lstStyle>
            <a:lvl1pPr marL="0" indent="0">
              <a:buFontTx/>
              <a:buNone/>
              <a:defRPr/>
            </a:lvl1pPr>
            <a:lvl2pPr marL="345440" indent="0">
              <a:buFontTx/>
              <a:buNone/>
              <a:defRPr/>
            </a:lvl2pPr>
            <a:lvl3pPr marL="685800" indent="0">
              <a:buFontTx/>
              <a:buNone/>
              <a:defRPr/>
            </a:lvl3pPr>
            <a:lvl4pPr marL="1027430" indent="0">
              <a:buFontTx/>
              <a:buNone/>
              <a:defRPr/>
            </a:lvl4pPr>
            <a:lvl5pPr marL="1377315"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13362" y="219076"/>
            <a:ext cx="6773364" cy="560923"/>
          </a:xfrm>
        </p:spPr>
        <p:txBody>
          <a:bodyPr/>
          <a:lstStyle>
            <a:lvl1pPr>
              <a:defRPr sz="4050"/>
            </a:lvl1pPr>
          </a:lstStyle>
          <a:p>
            <a:r>
              <a:rPr lang="en-US"/>
              <a:t>Click to edit Master title style</a:t>
            </a:r>
            <a:endParaRPr lang="en-US" dirty="0"/>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085850"/>
            <a:ext cx="3154787" cy="1142621"/>
          </a:xfrm>
        </p:spPr>
        <p:txBody>
          <a:bodyPr anchor="ctr" anchorCtr="0">
            <a:noAutofit/>
          </a:bodyPr>
          <a:lstStyle>
            <a:lvl1pPr>
              <a:lnSpc>
                <a:spcPct val="90000"/>
              </a:lnSpc>
              <a:defRPr sz="36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417213" y="4222855"/>
            <a:ext cx="3154788" cy="346249"/>
          </a:xfrm>
        </p:spPr>
        <p:txBody>
          <a:bodyPr>
            <a:noAutofit/>
          </a:bodyPr>
          <a:lstStyle>
            <a:lvl1pPr marL="0" indent="0" algn="l" defTabSz="685165" rtl="0" eaLnBrk="1" latinLnBrk="0" hangingPunct="1">
              <a:lnSpc>
                <a:spcPct val="90000"/>
              </a:lnSpc>
              <a:spcBef>
                <a:spcPts val="0"/>
              </a:spcBef>
              <a:buSzPct val="80000"/>
              <a:buFont typeface="Arial" panose="020B0604020202020204" pitchFamily="34" charset="0"/>
              <a:buNone/>
              <a:defRPr lang="en-US" sz="1800" kern="1200" dirty="0">
                <a:solidFill>
                  <a:schemeClr val="bg1">
                    <a:alpha val="99000"/>
                  </a:schemeClr>
                </a:solidFill>
                <a:latin typeface="+mn-lt"/>
                <a:ea typeface="+mn-ea"/>
                <a:cs typeface="+mn-c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417213" y="3120390"/>
            <a:ext cx="6656137" cy="955904"/>
          </a:xfrm>
        </p:spPr>
        <p:txBody>
          <a:bodyPr anchor="t" anchorCtr="0">
            <a:no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4950" b="0" i="0" u="none" strike="noStrike" kern="1200" cap="none" spc="-482" normalizeH="0" baseline="0" noProof="0" dirty="0" smtClean="0">
                <a:ln w="11430"/>
                <a:solidFill>
                  <a:schemeClr val="accent1">
                    <a:lumMod val="40000"/>
                    <a:lumOff val="60000"/>
                    <a:alpha val="99000"/>
                  </a:schemeClr>
                </a:solidFill>
                <a:effectLst/>
                <a:uLnTx/>
                <a:uFillTx/>
                <a:latin typeface="Segoe UI Light" panose="020B0502040204020203" pitchFamily="34" charset="0"/>
                <a:ea typeface="+mn-ea"/>
                <a:cs typeface="+mn-cs"/>
              </a:defRPr>
            </a:lvl1pPr>
          </a:lstStyle>
          <a:p>
            <a:pPr lvl="0"/>
            <a:r>
              <a:rPr lang="en-US" dirty="0"/>
              <a:t>click to…</a:t>
            </a:r>
          </a:p>
        </p:txBody>
      </p:sp>
      <p:grpSp>
        <p:nvGrpSpPr>
          <p:cNvPr id="9" name="Group 8"/>
          <p:cNvGrpSpPr/>
          <p:nvPr/>
        </p:nvGrpSpPr>
        <p:grpSpPr>
          <a:xfrm>
            <a:off x="5786546" y="1602035"/>
            <a:ext cx="2625029" cy="1585544"/>
            <a:chOff x="1411369" y="3975421"/>
            <a:chExt cx="1714604" cy="1035908"/>
          </a:xfrm>
        </p:grpSpPr>
        <p:sp>
          <p:nvSpPr>
            <p:cNvPr id="12" name="Freeform 6"/>
            <p:cNvSpPr/>
            <p:nvPr/>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lstStyle/>
            <a:p>
              <a:pPr defTabSz="685165"/>
              <a:endParaRPr lang="en-US" sz="1350" dirty="0">
                <a:solidFill>
                  <a:srgbClr val="292929"/>
                </a:solidFill>
              </a:endParaRPr>
            </a:p>
          </p:txBody>
        </p:sp>
        <p:sp>
          <p:nvSpPr>
            <p:cNvPr id="15" name="Freeform 7"/>
            <p:cNvSpPr/>
            <p:nvPr/>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lstStyle/>
            <a:p>
              <a:pPr defTabSz="685165"/>
              <a:endParaRPr lang="en-US" sz="1350" dirty="0">
                <a:solidFill>
                  <a:srgbClr val="292929"/>
                </a:solidFill>
              </a:endParaRPr>
            </a:p>
          </p:txBody>
        </p:sp>
      </p:grpSp>
      <p:pic>
        <p:nvPicPr>
          <p:cNvPr id="10" name="Picture 9">
            <a:extLst>
              <a:ext uri="{FF2B5EF4-FFF2-40B4-BE49-F238E27FC236}">
                <a16:creationId xmlns:a16="http://schemas.microsoft.com/office/drawing/2014/main" id="{20EA38FF-84F4-46BE-8F88-F6CF703DB84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085850"/>
            <a:ext cx="3154787" cy="1142621"/>
          </a:xfrm>
        </p:spPr>
        <p:txBody>
          <a:bodyPr anchor="ctr" anchorCtr="0">
            <a:noAutofit/>
          </a:bodyPr>
          <a:lstStyle>
            <a:lvl1pPr>
              <a:lnSpc>
                <a:spcPct val="90000"/>
              </a:lnSpc>
              <a:defRPr sz="36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417213" y="4222855"/>
            <a:ext cx="3154788" cy="346249"/>
          </a:xfrm>
        </p:spPr>
        <p:txBody>
          <a:bodyPr>
            <a:noAutofit/>
          </a:bodyPr>
          <a:lstStyle>
            <a:lvl1pPr marL="0" indent="0" algn="l" defTabSz="685165" rtl="0" eaLnBrk="1" latinLnBrk="0" hangingPunct="1">
              <a:lnSpc>
                <a:spcPct val="90000"/>
              </a:lnSpc>
              <a:spcBef>
                <a:spcPts val="0"/>
              </a:spcBef>
              <a:buSzPct val="80000"/>
              <a:buFont typeface="Arial" panose="020B0604020202020204" pitchFamily="34" charset="0"/>
              <a:buNone/>
              <a:defRPr lang="en-US" sz="1800" kern="1200" dirty="0">
                <a:solidFill>
                  <a:schemeClr val="bg1">
                    <a:alpha val="99000"/>
                  </a:schemeClr>
                </a:solidFill>
                <a:latin typeface="+mn-lt"/>
                <a:ea typeface="+mn-ea"/>
                <a:cs typeface="+mn-c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417213" y="3120390"/>
            <a:ext cx="6656137" cy="955904"/>
          </a:xfrm>
        </p:spPr>
        <p:txBody>
          <a:bodyPr anchor="t" anchorCtr="0">
            <a:no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4950" b="0" i="0" u="none" strike="noStrike" kern="1200" cap="none" spc="-482" normalizeH="0" baseline="0" noProof="0" dirty="0" smtClean="0">
                <a:ln w="11430"/>
                <a:solidFill>
                  <a:schemeClr val="accent4">
                    <a:lumMod val="40000"/>
                    <a:lumOff val="60000"/>
                    <a:alpha val="99000"/>
                  </a:schemeClr>
                </a:solidFill>
                <a:effectLst/>
                <a:uLnTx/>
                <a:uFillTx/>
                <a:latin typeface="Segoe UI Light" panose="020B0502040204020203" pitchFamily="34" charset="0"/>
                <a:ea typeface="+mn-ea"/>
                <a:cs typeface="+mn-cs"/>
              </a:defRPr>
            </a:lvl1pPr>
          </a:lstStyle>
          <a:p>
            <a:pPr lvl="0"/>
            <a:r>
              <a:rPr lang="en-US" dirty="0"/>
              <a:t>click to…</a:t>
            </a:r>
          </a:p>
        </p:txBody>
      </p:sp>
      <p:sp>
        <p:nvSpPr>
          <p:cNvPr id="8" name="Freeform 6"/>
          <p:cNvSpPr>
            <a:spLocks noEditPoints="1"/>
          </p:cNvSpPr>
          <p:nvPr/>
        </p:nvSpPr>
        <p:spPr bwMode="auto">
          <a:xfrm>
            <a:off x="6220585" y="1506070"/>
            <a:ext cx="1702251" cy="1627208"/>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defTabSz="685165"/>
            <a:endParaRPr lang="en-US" sz="1350" dirty="0">
              <a:solidFill>
                <a:srgbClr val="292929"/>
              </a:solidFill>
            </a:endParaRPr>
          </a:p>
        </p:txBody>
      </p:sp>
      <p:pic>
        <p:nvPicPr>
          <p:cNvPr id="9" name="Picture 8">
            <a:extLst>
              <a:ext uri="{FF2B5EF4-FFF2-40B4-BE49-F238E27FC236}">
                <a16:creationId xmlns:a16="http://schemas.microsoft.com/office/drawing/2014/main" id="{E7C3DAD8-F319-4851-85B2-DD81587D13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085850"/>
            <a:ext cx="3154787" cy="1142621"/>
          </a:xfrm>
        </p:spPr>
        <p:txBody>
          <a:bodyPr anchor="ctr" anchorCtr="0">
            <a:noAutofit/>
          </a:bodyPr>
          <a:lstStyle>
            <a:lvl1pPr>
              <a:lnSpc>
                <a:spcPct val="90000"/>
              </a:lnSpc>
              <a:defRPr sz="36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417213" y="4222855"/>
            <a:ext cx="3154788" cy="346249"/>
          </a:xfrm>
        </p:spPr>
        <p:txBody>
          <a:bodyPr>
            <a:noAutofit/>
          </a:bodyPr>
          <a:lstStyle>
            <a:lvl1pPr marL="0" indent="0" algn="l" defTabSz="685165" rtl="0" eaLnBrk="1" latinLnBrk="0" hangingPunct="1">
              <a:lnSpc>
                <a:spcPct val="90000"/>
              </a:lnSpc>
              <a:spcBef>
                <a:spcPts val="0"/>
              </a:spcBef>
              <a:buSzPct val="80000"/>
              <a:buFont typeface="Arial" panose="020B0604020202020204" pitchFamily="34" charset="0"/>
              <a:buNone/>
              <a:defRPr lang="en-US" sz="1800" kern="1200" dirty="0">
                <a:solidFill>
                  <a:schemeClr val="bg1">
                    <a:alpha val="99000"/>
                  </a:schemeClr>
                </a:solidFill>
                <a:latin typeface="+mn-lt"/>
                <a:ea typeface="+mn-ea"/>
                <a:cs typeface="+mn-c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417213" y="3120390"/>
            <a:ext cx="6656137" cy="955904"/>
          </a:xfrm>
        </p:spPr>
        <p:txBody>
          <a:bodyPr anchor="t" anchorCtr="0">
            <a:no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4950" b="0" i="0" u="none" strike="noStrike" kern="1200" cap="none" spc="-482" normalizeH="0" baseline="0" noProof="0" dirty="0" smtClean="0">
                <a:ln w="11430"/>
                <a:solidFill>
                  <a:schemeClr val="accent2">
                    <a:lumMod val="40000"/>
                    <a:lumOff val="60000"/>
                    <a:alpha val="99000"/>
                  </a:schemeClr>
                </a:solidFill>
                <a:effectLst/>
                <a:uLnTx/>
                <a:uFillTx/>
                <a:latin typeface="Segoe UI Light" panose="020B0502040204020203" pitchFamily="34" charset="0"/>
                <a:ea typeface="+mn-ea"/>
                <a:cs typeface="+mn-cs"/>
              </a:defRPr>
            </a:lvl1pPr>
          </a:lstStyle>
          <a:p>
            <a:pPr lvl="0"/>
            <a:r>
              <a:rPr lang="en-US" dirty="0"/>
              <a:t>click to…</a:t>
            </a:r>
          </a:p>
        </p:txBody>
      </p:sp>
      <p:grpSp>
        <p:nvGrpSpPr>
          <p:cNvPr id="8" name="Group 7"/>
          <p:cNvGrpSpPr/>
          <p:nvPr/>
        </p:nvGrpSpPr>
        <p:grpSpPr bwMode="black">
          <a:xfrm>
            <a:off x="5929973" y="1682198"/>
            <a:ext cx="2383307" cy="1450967"/>
            <a:chOff x="10387012" y="4179358"/>
            <a:chExt cx="974726" cy="593725"/>
          </a:xfrm>
          <a:solidFill>
            <a:srgbClr val="FFFFFF"/>
          </a:solidFill>
        </p:grpSpPr>
        <p:sp>
          <p:nvSpPr>
            <p:cNvPr id="9" name="Freeform 26"/>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lstStyle/>
            <a:p>
              <a:pPr defTabSz="685165"/>
              <a:endParaRPr lang="en-US" sz="1200" dirty="0">
                <a:solidFill>
                  <a:srgbClr val="292929"/>
                </a:solidFill>
              </a:endParaRPr>
            </a:p>
          </p:txBody>
        </p:sp>
        <p:sp>
          <p:nvSpPr>
            <p:cNvPr id="12" name="Freeform 27"/>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lstStyle/>
            <a:p>
              <a:pPr defTabSz="685165"/>
              <a:endParaRPr lang="en-US" sz="1200" dirty="0">
                <a:solidFill>
                  <a:srgbClr val="292929"/>
                </a:solidFill>
              </a:endParaRPr>
            </a:p>
          </p:txBody>
        </p:sp>
        <p:sp>
          <p:nvSpPr>
            <p:cNvPr id="14" name="Freeform 28"/>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lstStyle/>
            <a:p>
              <a:pPr defTabSz="685165"/>
              <a:endParaRPr lang="en-US" sz="1200" dirty="0">
                <a:solidFill>
                  <a:srgbClr val="292929"/>
                </a:solidFill>
              </a:endParaRPr>
            </a:p>
          </p:txBody>
        </p:sp>
        <p:sp>
          <p:nvSpPr>
            <p:cNvPr id="15" name="Freeform 29"/>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lstStyle/>
            <a:p>
              <a:pPr defTabSz="685165"/>
              <a:endParaRPr lang="en-US" sz="1200" dirty="0">
                <a:solidFill>
                  <a:srgbClr val="292929"/>
                </a:solidFill>
              </a:endParaRPr>
            </a:p>
          </p:txBody>
        </p:sp>
        <p:sp>
          <p:nvSpPr>
            <p:cNvPr id="16" name="Freeform 30"/>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lstStyle/>
            <a:p>
              <a:pPr defTabSz="685165"/>
              <a:endParaRPr lang="en-US" sz="1200" dirty="0">
                <a:solidFill>
                  <a:srgbClr val="292929"/>
                </a:solidFill>
              </a:endParaRPr>
            </a:p>
          </p:txBody>
        </p:sp>
      </p:grpSp>
      <p:pic>
        <p:nvPicPr>
          <p:cNvPr id="13" name="Picture 12">
            <a:extLst>
              <a:ext uri="{FF2B5EF4-FFF2-40B4-BE49-F238E27FC236}">
                <a16:creationId xmlns:a16="http://schemas.microsoft.com/office/drawing/2014/main" id="{DBE12C53-B67E-424F-8141-3BDB2B5340B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085850"/>
            <a:ext cx="3154787" cy="1142621"/>
          </a:xfrm>
        </p:spPr>
        <p:txBody>
          <a:bodyPr anchor="ctr" anchorCtr="0">
            <a:noAutofit/>
          </a:bodyPr>
          <a:lstStyle>
            <a:lvl1pPr>
              <a:lnSpc>
                <a:spcPct val="90000"/>
              </a:lnSpc>
              <a:defRPr sz="36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417213" y="4222855"/>
            <a:ext cx="3154788" cy="346249"/>
          </a:xfrm>
        </p:spPr>
        <p:txBody>
          <a:bodyPr>
            <a:noAutofit/>
          </a:bodyPr>
          <a:lstStyle>
            <a:lvl1pPr marL="0" indent="0" algn="l" defTabSz="685165" rtl="0" eaLnBrk="1" latinLnBrk="0" hangingPunct="1">
              <a:lnSpc>
                <a:spcPct val="90000"/>
              </a:lnSpc>
              <a:spcBef>
                <a:spcPts val="0"/>
              </a:spcBef>
              <a:buSzPct val="80000"/>
              <a:buFont typeface="Arial" panose="020B0604020202020204" pitchFamily="34" charset="0"/>
              <a:buNone/>
              <a:defRPr lang="en-US" sz="1800" kern="1200" dirty="0">
                <a:solidFill>
                  <a:schemeClr val="bg1">
                    <a:alpha val="99000"/>
                  </a:schemeClr>
                </a:solidFill>
                <a:latin typeface="+mn-lt"/>
                <a:ea typeface="+mn-ea"/>
                <a:cs typeface="+mn-c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417213" y="3120390"/>
            <a:ext cx="6656137" cy="955904"/>
          </a:xfrm>
        </p:spPr>
        <p:txBody>
          <a:bodyPr anchor="t" anchorCtr="0">
            <a:no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4950" b="0" i="0" u="none" strike="noStrike" kern="1200" cap="none" spc="-482" normalizeH="0" baseline="0" noProof="0" dirty="0" smtClean="0">
                <a:ln w="11430"/>
                <a:solidFill>
                  <a:srgbClr val="FFE497"/>
                </a:solidFill>
                <a:effectLst/>
                <a:uLnTx/>
                <a:uFillTx/>
                <a:latin typeface="Segoe UI Light" panose="020B0502040204020203" pitchFamily="34" charset="0"/>
                <a:ea typeface="+mn-ea"/>
                <a:cs typeface="+mn-cs"/>
              </a:defRPr>
            </a:lvl1pPr>
          </a:lstStyle>
          <a:p>
            <a:pPr lvl="0"/>
            <a:r>
              <a:rPr lang="en-US" dirty="0"/>
              <a:t>click to…</a:t>
            </a:r>
          </a:p>
        </p:txBody>
      </p:sp>
      <p:sp>
        <p:nvSpPr>
          <p:cNvPr id="25" name="Freeform 64"/>
          <p:cNvSpPr>
            <a:spLocks noEditPoints="1"/>
          </p:cNvSpPr>
          <p:nvPr/>
        </p:nvSpPr>
        <p:spPr bwMode="black">
          <a:xfrm>
            <a:off x="5944255" y="1449453"/>
            <a:ext cx="2260588" cy="173568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61729" tIns="30865" rIns="61729" bIns="30865" numCol="1" anchor="t" anchorCtr="0" compatLnSpc="1"/>
          <a:lstStyle/>
          <a:p>
            <a:pPr defTabSz="685165"/>
            <a:endParaRPr lang="en-US" sz="1200" dirty="0">
              <a:solidFill>
                <a:srgbClr val="292929"/>
              </a:solidFill>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182" y="76619"/>
            <a:ext cx="1278528" cy="985887"/>
          </a:xfrm>
          <a:prstGeom prst="rect">
            <a:avLst/>
          </a:prstGeom>
          <a:ln>
            <a:noFill/>
          </a:ln>
          <a:effectLst>
            <a:softEdge rad="112500"/>
          </a:effectLst>
        </p:spPr>
      </p:pic>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085850"/>
            <a:ext cx="3154787" cy="1142621"/>
          </a:xfrm>
        </p:spPr>
        <p:txBody>
          <a:bodyPr anchor="ctr" anchorCtr="0">
            <a:noAutofit/>
          </a:bodyPr>
          <a:lstStyle>
            <a:lvl1pPr>
              <a:lnSpc>
                <a:spcPct val="90000"/>
              </a:lnSpc>
              <a:defRPr sz="36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417213" y="4222855"/>
            <a:ext cx="3154788" cy="346249"/>
          </a:xfrm>
        </p:spPr>
        <p:txBody>
          <a:bodyPr>
            <a:noAutofit/>
          </a:bodyPr>
          <a:lstStyle>
            <a:lvl1pPr marL="0" indent="0" algn="l" defTabSz="685165" rtl="0" eaLnBrk="1" latinLnBrk="0" hangingPunct="1">
              <a:lnSpc>
                <a:spcPct val="90000"/>
              </a:lnSpc>
              <a:spcBef>
                <a:spcPts val="0"/>
              </a:spcBef>
              <a:buSzPct val="80000"/>
              <a:buFont typeface="Arial" panose="020B0604020202020204" pitchFamily="34" charset="0"/>
              <a:buNone/>
              <a:defRPr lang="en-US" sz="1800" kern="1200" dirty="0">
                <a:solidFill>
                  <a:schemeClr val="bg1">
                    <a:alpha val="99000"/>
                  </a:schemeClr>
                </a:solidFill>
                <a:latin typeface="+mn-lt"/>
                <a:ea typeface="+mn-ea"/>
                <a:cs typeface="+mn-c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417213" y="3120390"/>
            <a:ext cx="6656137" cy="955904"/>
          </a:xfrm>
        </p:spPr>
        <p:txBody>
          <a:bodyPr anchor="t" anchorCtr="0">
            <a:noAutofit/>
            <a:scene3d>
              <a:camera prst="orthographicFront"/>
              <a:lightRig rig="flat" dir="t"/>
            </a:scene3d>
            <a:sp3d>
              <a:contourClr>
                <a:schemeClr val="bg2"/>
              </a:contourClr>
            </a:sp3d>
          </a:bodyPr>
          <a:lstStyle>
            <a:lvl1pPr marL="0" indent="0" algn="l">
              <a:buFont typeface="Arial" panose="020B0604020202020204" pitchFamily="34" charset="0"/>
              <a:buNone/>
              <a:defRPr kumimoji="0" lang="en-US" sz="4950" b="0" i="0" u="none" strike="noStrike" kern="1200" cap="none" spc="-482" normalizeH="0" baseline="0" noProof="0" dirty="0" smtClean="0">
                <a:ln w="11430"/>
                <a:solidFill>
                  <a:schemeClr val="accent3">
                    <a:lumMod val="40000"/>
                    <a:lumOff val="60000"/>
                    <a:alpha val="99000"/>
                  </a:schemeClr>
                </a:solidFill>
                <a:effectLst/>
                <a:uLnTx/>
                <a:uFillTx/>
                <a:latin typeface="Segoe UI Light" panose="020B0502040204020203" pitchFamily="34" charset="0"/>
                <a:ea typeface="+mn-ea"/>
                <a:cs typeface="+mn-cs"/>
              </a:defRPr>
            </a:lvl1pPr>
          </a:lstStyle>
          <a:p>
            <a:pPr lvl="0"/>
            <a:r>
              <a:rPr lang="en-US" dirty="0"/>
              <a:t>click to…</a:t>
            </a:r>
          </a:p>
        </p:txBody>
      </p:sp>
      <p:grpSp>
        <p:nvGrpSpPr>
          <p:cNvPr id="9" name="Group 8"/>
          <p:cNvGrpSpPr/>
          <p:nvPr/>
        </p:nvGrpSpPr>
        <p:grpSpPr>
          <a:xfrm>
            <a:off x="6663804" y="1428750"/>
            <a:ext cx="958447" cy="2434026"/>
            <a:chOff x="7558088" y="1685925"/>
            <a:chExt cx="1322387" cy="3359150"/>
          </a:xfrm>
          <a:solidFill>
            <a:schemeClr val="bg1"/>
          </a:solidFill>
        </p:grpSpPr>
        <p:sp>
          <p:nvSpPr>
            <p:cNvPr id="12" name="Oval 6"/>
            <p:cNvSpPr>
              <a:spLocks noChangeArrowheads="1"/>
            </p:cNvSpPr>
            <p:nvPr/>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5165"/>
              <a:endParaRPr lang="en-US" sz="1350" dirty="0">
                <a:solidFill>
                  <a:srgbClr val="292929"/>
                </a:solidFill>
              </a:endParaRPr>
            </a:p>
          </p:txBody>
        </p:sp>
        <p:sp>
          <p:nvSpPr>
            <p:cNvPr id="13" name="Freeform 12"/>
            <p:cNvSpPr/>
            <p:nvPr/>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5165"/>
              <a:endParaRPr lang="en-US" sz="1350" dirty="0">
                <a:solidFill>
                  <a:srgbClr val="292929"/>
                </a:solidFill>
              </a:endParaRPr>
            </a:p>
          </p:txBody>
        </p:sp>
      </p:grpSp>
      <p:pic>
        <p:nvPicPr>
          <p:cNvPr id="10" name="Picture 9">
            <a:extLst>
              <a:ext uri="{FF2B5EF4-FFF2-40B4-BE49-F238E27FC236}">
                <a16:creationId xmlns:a16="http://schemas.microsoft.com/office/drawing/2014/main" id="{E6D8F077-D4B2-4AE3-B914-4DA4877833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Box 3"/>
          <p:cNvSpPr txBox="1">
            <a:spLocks noChangeArrowheads="1"/>
          </p:cNvSpPr>
          <p:nvPr/>
        </p:nvSpPr>
        <p:spPr bwMode="blackWhite">
          <a:xfrm>
            <a:off x="381001" y="4562680"/>
            <a:ext cx="8382000" cy="311614"/>
          </a:xfrm>
          <a:prstGeom prst="rect">
            <a:avLst/>
          </a:prstGeom>
          <a:noFill/>
          <a:ln w="12700">
            <a:noFill/>
            <a:miter lim="800000"/>
            <a:headEnd type="none" w="sm" len="sm"/>
            <a:tailEnd type="none" w="sm" len="sm"/>
          </a:ln>
          <a:effectLst/>
        </p:spPr>
        <p:txBody>
          <a:bodyPr vert="horz" wrap="square" lIns="68569" tIns="34285" rIns="68569" bIns="34285" numCol="1" anchor="t" anchorCtr="0" compatLnSpc="1">
            <a:spAutoFit/>
          </a:bodyPr>
          <a:lstStyle/>
          <a:p>
            <a:pPr algn="ctr" defTabSz="685165" eaLnBrk="0" hangingPunct="0"/>
            <a:r>
              <a:rPr lang="en-US" sz="525" dirty="0">
                <a:solidFill>
                  <a:srgbClr val="FFFFFF">
                    <a:alpha val="99000"/>
                  </a:srgbClr>
                </a:solidFill>
                <a:cs typeface="Arial" panose="020B0604020202020204" pitchFamily="34" charset="0"/>
              </a:rPr>
              <a:t>© 2011 Microsoft Corporation. All rights reserved. Microsoft, Windows, Windows Vista and other product names are or may be registered trademarks and/or trademarks in the U.S. and/or other countries.</a:t>
            </a:r>
          </a:p>
          <a:p>
            <a:pPr algn="ctr" defTabSz="685165" eaLnBrk="0" hangingPunct="0"/>
            <a:r>
              <a:rPr lang="en-US" sz="525" dirty="0">
                <a:solidFill>
                  <a:srgbClr val="FFFFFF">
                    <a:alpha val="99000"/>
                  </a:srgbClr>
                </a:solidFill>
                <a:cs typeface="Arial" panose="020B0604020202020204"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4" name="Picture 3">
            <a:extLst>
              <a:ext uri="{FF2B5EF4-FFF2-40B4-BE49-F238E27FC236}">
                <a16:creationId xmlns:a16="http://schemas.microsoft.com/office/drawing/2014/main" id="{C5197C03-82D8-4F30-92A0-8703E06C10F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389436" y="1085850"/>
            <a:ext cx="8363938" cy="1546577"/>
          </a:xfrm>
        </p:spPr>
        <p:txBody>
          <a:bodyPr/>
          <a:lstStyle>
            <a:lvl1pPr marL="345440" indent="-345440">
              <a:buClr>
                <a:srgbClr val="FFFFFF"/>
              </a:buClr>
              <a:buSzPct val="70000"/>
              <a:buFontTx/>
              <a:buBlip>
                <a:blip r:embed="rId2"/>
              </a:buBlip>
              <a:defRPr>
                <a:gradFill>
                  <a:gsLst>
                    <a:gs pos="0">
                      <a:srgbClr val="FFFFFF"/>
                    </a:gs>
                    <a:gs pos="86000">
                      <a:srgbClr val="FFFFFF"/>
                    </a:gs>
                  </a:gsLst>
                  <a:lin ang="5400000" scaled="0"/>
                </a:gradFill>
              </a:defRPr>
            </a:lvl1pPr>
            <a:lvl2pPr marL="641985" indent="-296545">
              <a:buClr>
                <a:srgbClr val="FFFFFF"/>
              </a:buClr>
              <a:buSzPct val="70000"/>
              <a:buFontTx/>
              <a:buBlip>
                <a:blip r:embed="rId2"/>
              </a:buBlip>
              <a:defRPr>
                <a:gradFill>
                  <a:gsLst>
                    <a:gs pos="0">
                      <a:srgbClr val="FFFFFF"/>
                    </a:gs>
                    <a:gs pos="86000">
                      <a:srgbClr val="FFFFFF"/>
                    </a:gs>
                  </a:gsLst>
                  <a:lin ang="5400000" scaled="0"/>
                </a:gradFill>
              </a:defRPr>
            </a:lvl2pPr>
            <a:lvl3pPr marL="944245" indent="-302260">
              <a:buClr>
                <a:srgbClr val="FFFFFF"/>
              </a:buClr>
              <a:buSzPct val="70000"/>
              <a:buFontTx/>
              <a:buBlip>
                <a:blip r:embed="rId2"/>
              </a:buBlip>
              <a:defRPr>
                <a:gradFill>
                  <a:gsLst>
                    <a:gs pos="0">
                      <a:srgbClr val="FFFFFF"/>
                    </a:gs>
                    <a:gs pos="86000">
                      <a:srgbClr val="FFFFFF"/>
                    </a:gs>
                  </a:gsLst>
                  <a:lin ang="5400000" scaled="0"/>
                </a:gradFill>
              </a:defRPr>
            </a:lvl3pPr>
            <a:lvl4pPr marL="1203960" indent="-259715">
              <a:buClr>
                <a:srgbClr val="FFFFFF"/>
              </a:buClr>
              <a:buSzPct val="70000"/>
              <a:buFontTx/>
              <a:buBlip>
                <a:blip r:embed="rId2"/>
              </a:buBlip>
              <a:defRPr>
                <a:gradFill>
                  <a:gsLst>
                    <a:gs pos="0">
                      <a:srgbClr val="FFFFFF"/>
                    </a:gs>
                    <a:gs pos="86000">
                      <a:srgbClr val="FFFFFF"/>
                    </a:gs>
                  </a:gsLst>
                  <a:lin ang="5400000" scaled="0"/>
                </a:gradFill>
              </a:defRPr>
            </a:lvl4pPr>
            <a:lvl5pPr marL="1456055" indent="-25273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B504D398-0C37-48F9-9326-A25B9B071FD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389436" y="1085850"/>
            <a:ext cx="8363938" cy="1546577"/>
          </a:xfrm>
        </p:spPr>
        <p:txBody>
          <a:bodyPr/>
          <a:lstStyle>
            <a:lvl1pPr marL="345440" indent="-345440">
              <a:buClr>
                <a:srgbClr val="FFFFFF"/>
              </a:buClr>
              <a:buSzPct val="70000"/>
              <a:buFontTx/>
              <a:buBlip>
                <a:blip r:embed="rId2"/>
              </a:buBlip>
              <a:defRPr>
                <a:gradFill>
                  <a:gsLst>
                    <a:gs pos="0">
                      <a:srgbClr val="FFFFFF"/>
                    </a:gs>
                    <a:gs pos="86000">
                      <a:srgbClr val="FFFFFF"/>
                    </a:gs>
                  </a:gsLst>
                  <a:lin ang="5400000" scaled="0"/>
                </a:gradFill>
              </a:defRPr>
            </a:lvl1pPr>
            <a:lvl2pPr marL="641985" indent="-296545">
              <a:buClr>
                <a:srgbClr val="FFFFFF"/>
              </a:buClr>
              <a:buSzPct val="70000"/>
              <a:buFontTx/>
              <a:buBlip>
                <a:blip r:embed="rId2"/>
              </a:buBlip>
              <a:defRPr>
                <a:gradFill>
                  <a:gsLst>
                    <a:gs pos="0">
                      <a:srgbClr val="FFFFFF"/>
                    </a:gs>
                    <a:gs pos="86000">
                      <a:srgbClr val="FFFFFF"/>
                    </a:gs>
                  </a:gsLst>
                  <a:lin ang="5400000" scaled="0"/>
                </a:gradFill>
              </a:defRPr>
            </a:lvl2pPr>
            <a:lvl3pPr marL="944245" indent="-302260">
              <a:buClr>
                <a:srgbClr val="FFFFFF"/>
              </a:buClr>
              <a:buSzPct val="70000"/>
              <a:buFontTx/>
              <a:buBlip>
                <a:blip r:embed="rId2"/>
              </a:buBlip>
              <a:defRPr>
                <a:gradFill>
                  <a:gsLst>
                    <a:gs pos="0">
                      <a:srgbClr val="FFFFFF"/>
                    </a:gs>
                    <a:gs pos="86000">
                      <a:srgbClr val="FFFFFF"/>
                    </a:gs>
                  </a:gsLst>
                  <a:lin ang="5400000" scaled="0"/>
                </a:gradFill>
              </a:defRPr>
            </a:lvl3pPr>
            <a:lvl4pPr marL="1203960" indent="-259715">
              <a:buClr>
                <a:srgbClr val="FFFFFF"/>
              </a:buClr>
              <a:buSzPct val="70000"/>
              <a:buFontTx/>
              <a:buBlip>
                <a:blip r:embed="rId2"/>
              </a:buBlip>
              <a:defRPr>
                <a:gradFill>
                  <a:gsLst>
                    <a:gs pos="0">
                      <a:srgbClr val="FFFFFF"/>
                    </a:gs>
                    <a:gs pos="86000">
                      <a:srgbClr val="FFFFFF"/>
                    </a:gs>
                  </a:gsLst>
                  <a:lin ang="5400000" scaled="0"/>
                </a:gradFill>
              </a:defRPr>
            </a:lvl4pPr>
            <a:lvl5pPr marL="1456055" indent="-25273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4679158"/>
            <a:ext cx="9144001" cy="464344"/>
          </a:xfrm>
          <a:solidFill>
            <a:srgbClr val="FFFF99"/>
          </a:solidFill>
        </p:spPr>
        <p:txBody>
          <a:bodyPr wrap="square" lIns="152394" tIns="76197" rIns="152394" bIns="76197" anchor="b" anchorCtr="0">
            <a:noAutofit/>
          </a:bodyPr>
          <a:lstStyle>
            <a:lvl1pPr algn="r">
              <a:buFont typeface="Arial" panose="020B0604020202020204" pitchFamily="34" charset="0"/>
              <a:buNone/>
              <a:defRPr spc="-38" baseline="0">
                <a:gradFill>
                  <a:gsLst>
                    <a:gs pos="0">
                      <a:srgbClr val="000000"/>
                    </a:gs>
                    <a:gs pos="100000">
                      <a:srgbClr val="000000"/>
                    </a:gs>
                  </a:gsLst>
                  <a:lin ang="5400000" scaled="0"/>
                </a:gradFill>
                <a:effectLst/>
                <a:latin typeface="Segoe UI" panose="020B0502040204020203" pitchFamily="34" charset="0"/>
              </a:defRPr>
            </a:lvl1pPr>
          </a:lstStyle>
          <a:p>
            <a:pPr lvl="0"/>
            <a:r>
              <a:rPr lang="en-US"/>
              <a:t>Click to edit Master text styles</a:t>
            </a:r>
          </a:p>
        </p:txBody>
      </p:sp>
      <p:pic>
        <p:nvPicPr>
          <p:cNvPr id="7" name="Picture 6">
            <a:extLst>
              <a:ext uri="{FF2B5EF4-FFF2-40B4-BE49-F238E27FC236}">
                <a16:creationId xmlns:a16="http://schemas.microsoft.com/office/drawing/2014/main" id="{389E5F7B-5044-4F29-B731-9EEC17E7B4B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171451"/>
            <a:ext cx="8363938" cy="560923"/>
          </a:xfrm>
        </p:spPr>
        <p:txBody>
          <a:bodyPr/>
          <a:lstStyle>
            <a:lvl1pPr>
              <a:defRPr sz="4050"/>
            </a:lvl1pPr>
          </a:lstStyle>
          <a:p>
            <a:r>
              <a:rPr lang="en-US"/>
              <a:t>Click to edit Master title style</a:t>
            </a:r>
            <a:endParaRPr lang="en-US" dirty="0"/>
          </a:p>
        </p:txBody>
      </p:sp>
      <p:sp>
        <p:nvSpPr>
          <p:cNvPr id="5" name="Text Placeholder 4"/>
          <p:cNvSpPr>
            <a:spLocks noGrp="1"/>
          </p:cNvSpPr>
          <p:nvPr>
            <p:ph type="body" sz="quarter" idx="10"/>
          </p:nvPr>
        </p:nvSpPr>
        <p:spPr>
          <a:xfrm>
            <a:off x="389436" y="1085850"/>
            <a:ext cx="8363938" cy="779060"/>
          </a:xfrm>
        </p:spPr>
        <p:txBody>
          <a:bodyPr/>
          <a:lstStyle>
            <a:lvl1pPr marL="2540" indent="0">
              <a:spcBef>
                <a:spcPts val="0"/>
              </a:spcBef>
              <a:spcAft>
                <a:spcPts val="675"/>
              </a:spcAft>
              <a:buSzPct val="80000"/>
              <a:buFont typeface="Arial" panose="020B0604020202020204" pitchFamily="34" charset="0"/>
              <a:buNone/>
              <a:defRPr sz="3000" spc="-75" baseline="0">
                <a:gradFill>
                  <a:gsLst>
                    <a:gs pos="0">
                      <a:srgbClr val="595959"/>
                    </a:gs>
                    <a:gs pos="86000">
                      <a:srgbClr val="595959"/>
                    </a:gs>
                  </a:gsLst>
                  <a:lin ang="5400000" scaled="0"/>
                </a:gradFill>
                <a:latin typeface="Segoe UI Light" panose="020B0502040204020203" pitchFamily="34" charset="0"/>
              </a:defRPr>
            </a:lvl1pPr>
            <a:lvl2pPr marL="2540" indent="0">
              <a:spcBef>
                <a:spcPts val="0"/>
              </a:spcBef>
              <a:buSzPct val="80000"/>
              <a:buFont typeface="Arial" panose="020B0604020202020204" pitchFamily="34" charset="0"/>
              <a:buNone/>
              <a:defRPr sz="1500" spc="-38" baseline="0">
                <a:gradFill>
                  <a:gsLst>
                    <a:gs pos="0">
                      <a:srgbClr val="595959"/>
                    </a:gs>
                    <a:gs pos="86000">
                      <a:srgbClr val="595959"/>
                    </a:gs>
                  </a:gsLst>
                  <a:lin ang="5400000" scaled="0"/>
                </a:gradFill>
              </a:defRPr>
            </a:lvl2pPr>
            <a:lvl3pPr marL="944245" indent="-3022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3960" indent="-25971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055" indent="-25273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a:t>Click to edit Master text styles</a:t>
            </a:r>
          </a:p>
          <a:p>
            <a:pPr lvl="1"/>
            <a:r>
              <a:rPr lang="en-US"/>
              <a:t>Second level</a:t>
            </a:r>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1" y="0"/>
            <a:ext cx="9144000" cy="5143500"/>
          </a:xfrm>
          <a:prstGeom prst="rect">
            <a:avLst/>
          </a:prstGeom>
          <a:solidFill>
            <a:srgbClr val="1F497E"/>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68535" tIns="34268" rIns="68535" bIns="34268" numCol="1" rtlCol="0" anchor="ctr" anchorCtr="0" compatLnSpc="1"/>
          <a:lstStyle/>
          <a:p>
            <a:pPr algn="ctr" defTabSz="684530"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1" name="Rectangle 2"/>
          <p:cNvSpPr>
            <a:spLocks noChangeArrowheads="1"/>
          </p:cNvSpPr>
          <p:nvPr/>
        </p:nvSpPr>
        <p:spPr bwMode="auto">
          <a:xfrm>
            <a:off x="417444" y="4468316"/>
            <a:ext cx="8309114" cy="213585"/>
          </a:xfrm>
          <a:prstGeom prst="rect">
            <a:avLst/>
          </a:prstGeom>
          <a:noFill/>
          <a:ln w="9525">
            <a:noFill/>
            <a:miter lim="800000"/>
          </a:ln>
        </p:spPr>
        <p:txBody>
          <a:bodyPr wrap="square">
            <a:spAutoFit/>
          </a:bodyPr>
          <a:lstStyle/>
          <a:p>
            <a:pPr marL="0" lvl="1" defTabSz="685165">
              <a:defRPr/>
            </a:pPr>
            <a:r>
              <a:rPr lang="en-US" sz="790" dirty="0">
                <a:solidFill>
                  <a:srgbClr val="FFFFFF">
                    <a:lumMod val="85000"/>
                  </a:srgbClr>
                </a:solidFill>
              </a:rPr>
              <a:t>©2019 FAMT. All rights reserved.</a:t>
            </a:r>
            <a:r>
              <a:rPr lang="en-US" sz="790" baseline="0" dirty="0">
                <a:solidFill>
                  <a:srgbClr val="FFFFFF">
                    <a:lumMod val="85000"/>
                  </a:srgbClr>
                </a:solidFill>
              </a:rPr>
              <a:t> </a:t>
            </a:r>
            <a:r>
              <a:rPr lang="en-US" sz="790" dirty="0">
                <a:solidFill>
                  <a:srgbClr val="FFFFFF">
                    <a:lumMod val="85000"/>
                  </a:srgbClr>
                </a:solidFill>
              </a:rPr>
              <a:t>The information herein is for informational purposes only and represents the current view of FAMT IT Department as of the date of this presentation. </a:t>
            </a:r>
          </a:p>
        </p:txBody>
      </p:sp>
      <p:pic>
        <p:nvPicPr>
          <p:cNvPr id="5" name="Picture 4">
            <a:extLst>
              <a:ext uri="{FF2B5EF4-FFF2-40B4-BE49-F238E27FC236}">
                <a16:creationId xmlns:a16="http://schemas.microsoft.com/office/drawing/2014/main" id="{302E9B31-2DAA-4353-9C32-2B0CD62A169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Accent 3">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9436" y="2114704"/>
            <a:ext cx="8363938" cy="914096"/>
          </a:xfrm>
        </p:spPr>
        <p:txBody>
          <a:bodyPr anchor="b" anchorCtr="0"/>
          <a:lstStyle>
            <a:lvl1pPr>
              <a:defRPr sz="6600" spc="-225" baseline="0">
                <a:gradFill>
                  <a:gsLst>
                    <a:gs pos="100000">
                      <a:schemeClr val="tx1"/>
                    </a:gs>
                    <a:gs pos="0">
                      <a:schemeClr val="tx1"/>
                    </a:gs>
                  </a:gsLst>
                  <a:lin ang="5400000" scaled="0"/>
                </a:gradFill>
              </a:defRPr>
            </a:lvl1pPr>
          </a:lstStyle>
          <a:p>
            <a:r>
              <a:rPr lang="en-US" dirty="0"/>
              <a:t>Click to edit title style</a:t>
            </a: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dpi="0" rotWithShape="1">
          <a:blip r:embed="rId2" cstate="print">
            <a:duotone>
              <a:schemeClr val="bg1">
                <a:shade val="90000"/>
                <a:satMod val="140000"/>
              </a:schemeClr>
              <a:schemeClr val="bg1">
                <a:satMod val="120000"/>
              </a:schemeClr>
            </a:duotone>
            <a:lum/>
          </a:blip>
          <a:srcRect/>
          <a:tile tx="0" ty="0" sx="100000" sy="100000" flip="none" algn="tl"/>
        </a:blipFill>
        <a:effectLst/>
      </p:bgPr>
    </p:bg>
    <p:spTree>
      <p:nvGrpSpPr>
        <p:cNvPr id="1" name=""/>
        <p:cNvGrpSpPr/>
        <p:nvPr/>
      </p:nvGrpSpPr>
      <p:grpSpPr>
        <a:xfrm>
          <a:off x="0" y="0"/>
          <a:ext cx="0" cy="0"/>
          <a:chOff x="0" y="0"/>
          <a:chExt cx="0" cy="0"/>
        </a:xfrm>
      </p:grpSpPr>
      <p:sp>
        <p:nvSpPr>
          <p:cNvPr id="4" name="Rectangle 3"/>
          <p:cNvSpPr/>
          <p:nvPr/>
        </p:nvSpPr>
        <p:spPr bwMode="white">
          <a:xfrm>
            <a:off x="0" y="394335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dirty="0">
              <a:solidFill>
                <a:prstClr val="white"/>
              </a:solidFill>
            </a:endParaRPr>
          </a:p>
        </p:txBody>
      </p:sp>
      <p:sp>
        <p:nvSpPr>
          <p:cNvPr id="5" name="Rectangle 4"/>
          <p:cNvSpPr/>
          <p:nvPr/>
        </p:nvSpPr>
        <p:spPr>
          <a:xfrm>
            <a:off x="0" y="4000500"/>
            <a:ext cx="1295400" cy="742950"/>
          </a:xfrm>
          <a:prstGeom prst="rect">
            <a:avLst/>
          </a:prstGeom>
          <a:solidFill>
            <a:schemeClr val="accent1">
              <a:lumMod val="40000"/>
              <a:lumOff val="6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dirty="0">
              <a:solidFill>
                <a:prstClr val="white"/>
              </a:solidFill>
            </a:endParaRPr>
          </a:p>
        </p:txBody>
      </p:sp>
      <p:sp>
        <p:nvSpPr>
          <p:cNvPr id="6" name="Rectangle 5"/>
          <p:cNvSpPr/>
          <p:nvPr/>
        </p:nvSpPr>
        <p:spPr>
          <a:xfrm>
            <a:off x="1371600" y="400050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82091" tIns="41045" rIns="82091" bIns="41045" anchor="ctr"/>
          <a:lstStyle/>
          <a:p>
            <a:pPr algn="ctr">
              <a:defRPr/>
            </a:pPr>
            <a:endParaRPr lang="en-US" sz="1350" b="1" dirty="0">
              <a:solidFill>
                <a:prstClr val="white"/>
              </a:solidFill>
            </a:endParaRPr>
          </a:p>
        </p:txBody>
      </p:sp>
      <p:sp>
        <p:nvSpPr>
          <p:cNvPr id="3" name="Text Placeholder 2"/>
          <p:cNvSpPr>
            <a:spLocks noGrp="1"/>
          </p:cNvSpPr>
          <p:nvPr>
            <p:ph type="body" idx="1"/>
          </p:nvPr>
        </p:nvSpPr>
        <p:spPr>
          <a:xfrm>
            <a:off x="116042" y="3451860"/>
            <a:ext cx="8911918" cy="433688"/>
          </a:xfrm>
          <a:prstGeom prst="rect">
            <a:avLst/>
          </a:prstGeom>
        </p:spPr>
        <p:txBody>
          <a:bodyPr lIns="109454" tIns="54727" rIns="109454" bIns="54727"/>
          <a:lstStyle>
            <a:lvl1pPr marL="0" indent="0" algn="ctr">
              <a:buNone/>
              <a:defRPr sz="2100" b="0">
                <a:solidFill>
                  <a:srgbClr val="002060"/>
                </a:solidFill>
                <a:effectLst/>
                <a:latin typeface="Calibri" panose="020F0502020204030204" pitchFamily="34" charset="0"/>
              </a:defRPr>
            </a:lvl1pPr>
            <a:lvl2pPr>
              <a:buNone/>
              <a:defRPr sz="1650">
                <a:solidFill>
                  <a:schemeClr val="tx1">
                    <a:tint val="75000"/>
                  </a:schemeClr>
                </a:solidFill>
              </a:defRPr>
            </a:lvl2pPr>
            <a:lvl3pPr>
              <a:buNone/>
              <a:defRPr sz="1425">
                <a:solidFill>
                  <a:schemeClr val="tx1">
                    <a:tint val="75000"/>
                  </a:schemeClr>
                </a:solidFill>
              </a:defRPr>
            </a:lvl3pPr>
            <a:lvl4pPr>
              <a:buNone/>
              <a:defRPr sz="1275">
                <a:solidFill>
                  <a:schemeClr val="tx1">
                    <a:tint val="75000"/>
                  </a:schemeClr>
                </a:solidFill>
              </a:defRPr>
            </a:lvl4pPr>
            <a:lvl5pPr>
              <a:buNone/>
              <a:defRPr sz="1275">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1" y="4000500"/>
            <a:ext cx="7620000" cy="498598"/>
          </a:xfrm>
        </p:spPr>
        <p:txBody>
          <a:bodyPr/>
          <a:lstStyle>
            <a:lvl1pPr algn="l">
              <a:buNone/>
              <a:defRPr sz="3600" b="0" cap="none">
                <a:solidFill>
                  <a:srgbClr val="002060"/>
                </a:solidFill>
                <a:effectLst/>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009C3A2F-487B-49F9-B361-7838F1FB758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424" t="15001" r="16424" b="13600"/>
          <a:stretch/>
        </p:blipFill>
        <p:spPr>
          <a:xfrm>
            <a:off x="3563888" y="400050"/>
            <a:ext cx="2016224" cy="2856315"/>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and Contents">
    <p:spTree>
      <p:nvGrpSpPr>
        <p:cNvPr id="1" name=""/>
        <p:cNvGrpSpPr/>
        <p:nvPr/>
      </p:nvGrpSpPr>
      <p:grpSpPr>
        <a:xfrm>
          <a:off x="0" y="0"/>
          <a:ext cx="0" cy="0"/>
          <a:chOff x="0" y="0"/>
          <a:chExt cx="0" cy="0"/>
        </a:xfrm>
      </p:grpSpPr>
      <p:sp>
        <p:nvSpPr>
          <p:cNvPr id="2" name="Title 1"/>
          <p:cNvSpPr>
            <a:spLocks noGrp="1"/>
          </p:cNvSpPr>
          <p:nvPr>
            <p:ph type="title"/>
          </p:nvPr>
        </p:nvSpPr>
        <p:spPr>
          <a:xfrm>
            <a:off x="1401741" y="297881"/>
            <a:ext cx="7354728" cy="332399"/>
          </a:xfrm>
        </p:spPr>
        <p:txBody>
          <a:bodyPr/>
          <a:lstStyle>
            <a:lvl1pPr>
              <a:defRPr sz="2400" b="0">
                <a:solidFill>
                  <a:srgbClr val="002060"/>
                </a:solidFill>
                <a:effectLst/>
              </a:defRPr>
            </a:lvl1pPr>
          </a:lstStyle>
          <a:p>
            <a:r>
              <a:rPr lang="en-US"/>
              <a:t>Click to edit Master title style</a:t>
            </a:r>
            <a:endParaRPr lang="en-US" dirty="0"/>
          </a:p>
        </p:txBody>
      </p:sp>
      <p:sp>
        <p:nvSpPr>
          <p:cNvPr id="5" name="Content Placeholder 7"/>
          <p:cNvSpPr>
            <a:spLocks noGrp="1"/>
          </p:cNvSpPr>
          <p:nvPr>
            <p:ph sz="quarter" idx="1"/>
          </p:nvPr>
        </p:nvSpPr>
        <p:spPr>
          <a:xfrm>
            <a:off x="228600" y="1028700"/>
            <a:ext cx="8686800" cy="1736609"/>
          </a:xfrm>
          <a:prstGeom prst="rect">
            <a:avLst/>
          </a:prstGeom>
        </p:spPr>
        <p:txBody>
          <a:bodyPr lIns="109454" tIns="54727" rIns="109454" bIns="54727"/>
          <a:lstStyle>
            <a:lvl1pPr algn="l">
              <a:buClr>
                <a:srgbClr val="4A5272"/>
              </a:buClr>
              <a:buSzPct val="80000"/>
              <a:buFont typeface="Wingdings" panose="05000000000000000000" pitchFamily="2" charset="2"/>
              <a:buChar char="v"/>
              <a:defRPr sz="2400" b="0">
                <a:solidFill>
                  <a:srgbClr val="002060"/>
                </a:solidFill>
                <a:effectLst/>
                <a:latin typeface="Calibri" panose="020F0502020204030204" pitchFamily="34" charset="0"/>
              </a:defRPr>
            </a:lvl1pPr>
            <a:lvl2pPr algn="l">
              <a:buClr>
                <a:srgbClr val="4A5272"/>
              </a:buClr>
              <a:buSzPct val="80000"/>
              <a:buFont typeface="Wingdings" panose="05000000000000000000" pitchFamily="2" charset="2"/>
              <a:buChar char="v"/>
              <a:defRPr sz="2100" b="0">
                <a:solidFill>
                  <a:srgbClr val="002060"/>
                </a:solidFill>
                <a:effectLst/>
                <a:latin typeface="Calibri" panose="020F0502020204030204" pitchFamily="34" charset="0"/>
              </a:defRPr>
            </a:lvl2pPr>
            <a:lvl3pPr algn="l">
              <a:buClr>
                <a:srgbClr val="4A5272"/>
              </a:buClr>
              <a:buSzPct val="80000"/>
              <a:buFont typeface="Wingdings" panose="05000000000000000000" pitchFamily="2" charset="2"/>
              <a:buChar char="v"/>
              <a:defRPr sz="1800" b="0">
                <a:solidFill>
                  <a:srgbClr val="002060"/>
                </a:solidFill>
                <a:effectLst/>
                <a:latin typeface="Calibri" panose="020F0502020204030204" pitchFamily="34" charset="0"/>
              </a:defRPr>
            </a:lvl3pPr>
            <a:lvl4pPr algn="l">
              <a:buClr>
                <a:srgbClr val="4A5272"/>
              </a:buClr>
              <a:buSzPct val="80000"/>
              <a:buFont typeface="Wingdings" panose="05000000000000000000" pitchFamily="2" charset="2"/>
              <a:buChar char="v"/>
              <a:defRPr sz="1800" b="0">
                <a:solidFill>
                  <a:srgbClr val="002060"/>
                </a:solidFill>
                <a:effectLst/>
                <a:latin typeface="Calibri" panose="020F0502020204030204" pitchFamily="34" charset="0"/>
              </a:defRPr>
            </a:lvl4pPr>
            <a:lvl5pPr algn="l">
              <a:buClr>
                <a:srgbClr val="4A5272"/>
              </a:buClr>
              <a:buSzPct val="80000"/>
              <a:buFont typeface="Wingdings" panose="05000000000000000000" pitchFamily="2" charset="2"/>
              <a:buChar char="v"/>
              <a:defRPr sz="1800" b="0">
                <a:solidFill>
                  <a:srgbClr val="002060"/>
                </a:solidFill>
                <a:effectLst/>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28650" y="1369219"/>
            <a:ext cx="7886700" cy="15337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31E8F24B-2890-44DE-9A81-5441AB1EC63D}"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627784" y="2115319"/>
            <a:ext cx="3888432"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Welcome!!</a:t>
            </a:r>
          </a:p>
        </p:txBody>
      </p:sp>
      <p:sp>
        <p:nvSpPr>
          <p:cNvPr id="4" name="Text Placeholder 9"/>
          <p:cNvSpPr>
            <a:spLocks noGrp="1"/>
          </p:cNvSpPr>
          <p:nvPr>
            <p:ph type="body" sz="quarter" idx="11" hasCustomPrompt="1"/>
          </p:nvPr>
        </p:nvSpPr>
        <p:spPr>
          <a:xfrm>
            <a:off x="2627784" y="2700526"/>
            <a:ext cx="3888136"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3"/>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accent3"/>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63688" y="123478"/>
            <a:ext cx="7380312" cy="576064"/>
          </a:xfrm>
          <a:prstGeom prst="rect">
            <a:avLst/>
          </a:prstGeom>
        </p:spPr>
        <p:txBody>
          <a:bodyPr anchor="ctr"/>
          <a:lstStyle>
            <a:lvl1pPr marL="0" indent="0" algn="l">
              <a:buNone/>
              <a:defRPr sz="3600" b="0" baseline="0">
                <a:solidFill>
                  <a:schemeClr val="accent3"/>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63688" y="699542"/>
            <a:ext cx="7380312" cy="288032"/>
          </a:xfrm>
          <a:prstGeom prst="rect">
            <a:avLst/>
          </a:prstGeom>
        </p:spPr>
        <p:txBody>
          <a:bodyPr anchor="ctr"/>
          <a:lstStyle>
            <a:lvl1pPr marL="0" indent="0" algn="l">
              <a:buNone/>
              <a:defRPr sz="1400" b="0" baseline="0">
                <a:solidFill>
                  <a:schemeClr val="accent3"/>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accent3"/>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accent3"/>
                </a:solidFill>
                <a:latin typeface="+mn-lt"/>
                <a:cs typeface="Arial" panose="020B0604020202020204" pitchFamily="34" charset="0"/>
              </a:defRPr>
            </a:lvl1pPr>
          </a:lstStyle>
          <a:p>
            <a:pPr lvl="0"/>
            <a:r>
              <a:rPr lang="en-US" altLang="ko-KR" dirty="0"/>
              <a:t>Insert the title of your subtitle Here</a:t>
            </a:r>
          </a:p>
        </p:txBody>
      </p:sp>
      <p:sp>
        <p:nvSpPr>
          <p:cNvPr id="4" name="Picture Placeholder 2"/>
          <p:cNvSpPr>
            <a:spLocks noGrp="1"/>
          </p:cNvSpPr>
          <p:nvPr>
            <p:ph type="pic" idx="1" hasCustomPrompt="1"/>
          </p:nvPr>
        </p:nvSpPr>
        <p:spPr>
          <a:xfrm>
            <a:off x="739674" y="1395769"/>
            <a:ext cx="1728192" cy="18002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2" hasCustomPrompt="1"/>
          </p:nvPr>
        </p:nvSpPr>
        <p:spPr>
          <a:xfrm>
            <a:off x="2539874" y="1395769"/>
            <a:ext cx="1728192" cy="18002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3" hasCustomPrompt="1"/>
          </p:nvPr>
        </p:nvSpPr>
        <p:spPr>
          <a:xfrm>
            <a:off x="4340074" y="1395769"/>
            <a:ext cx="1728192" cy="18002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267494"/>
            <a:ext cx="2339752" cy="460851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4572000" y="267494"/>
            <a:ext cx="4248472" cy="460851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1115616" y="0"/>
            <a:ext cx="2808312"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accent3"/>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accent3"/>
                </a:solidFill>
                <a:latin typeface="+mn-lt"/>
                <a:cs typeface="Arial" panose="020B0604020202020204" pitchFamily="34" charset="0"/>
              </a:defRPr>
            </a:lvl1pPr>
          </a:lstStyle>
          <a:p>
            <a:pPr lvl="0"/>
            <a:r>
              <a:rPr lang="en-US" altLang="ko-KR" dirty="0"/>
              <a:t>Insert the title of your subtitle Here</a:t>
            </a:r>
          </a:p>
        </p:txBody>
      </p:sp>
      <p:sp>
        <p:nvSpPr>
          <p:cNvPr id="5" name="Picture Placeholder 2"/>
          <p:cNvSpPr>
            <a:spLocks noGrp="1"/>
          </p:cNvSpPr>
          <p:nvPr>
            <p:ph type="pic" idx="12" hasCustomPrompt="1"/>
          </p:nvPr>
        </p:nvSpPr>
        <p:spPr>
          <a:xfrm>
            <a:off x="0" y="1275606"/>
            <a:ext cx="9144000" cy="2592288"/>
          </a:xfrm>
          <a:prstGeom prst="rect">
            <a:avLst/>
          </a:prstGeom>
          <a:solidFill>
            <a:schemeClr val="bg1">
              <a:lumMod val="95000"/>
            </a:schemeClr>
          </a:solidFill>
        </p:spPr>
        <p:txBody>
          <a:bodyPr lIns="900000" anchor="ctr"/>
          <a:lstStyle>
            <a:lvl1pPr marL="0" indent="0" algn="l">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2"/>
          <p:cNvSpPr>
            <a:spLocks noGrp="1"/>
          </p:cNvSpPr>
          <p:nvPr>
            <p:ph type="pic" idx="12" hasCustomPrompt="1"/>
          </p:nvPr>
        </p:nvSpPr>
        <p:spPr>
          <a:xfrm>
            <a:off x="1453549" y="501168"/>
            <a:ext cx="4176000" cy="4176000"/>
          </a:xfrm>
          <a:prstGeom prst="diamond">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Frame 5"/>
          <p:cNvSpPr/>
          <p:nvPr userDrawn="1"/>
        </p:nvSpPr>
        <p:spPr>
          <a:xfrm rot="2700000">
            <a:off x="1947315" y="994934"/>
            <a:ext cx="3188468" cy="3188468"/>
          </a:xfrm>
          <a:prstGeom prst="frame">
            <a:avLst>
              <a:gd name="adj1" fmla="val 180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solidFill>
                <a:schemeClr val="tx1"/>
              </a:solidFill>
            </a:endParaRPr>
          </a:p>
        </p:txBody>
      </p:sp>
      <p:sp>
        <p:nvSpPr>
          <p:cNvPr id="9" name="Chevron 8"/>
          <p:cNvSpPr/>
          <p:nvPr userDrawn="1"/>
        </p:nvSpPr>
        <p:spPr>
          <a:xfrm rot="10800000">
            <a:off x="906447" y="1455157"/>
            <a:ext cx="1432854" cy="2268009"/>
          </a:xfrm>
          <a:prstGeom prst="chevron">
            <a:avLst>
              <a:gd name="adj" fmla="val 8089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solidFill>
                <a:schemeClr val="tx1"/>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0"/>
            <a:ext cx="4835732" cy="3867894"/>
          </a:xfrm>
          <a:custGeom>
            <a:avLst/>
            <a:gdLst>
              <a:gd name="connsiteX0" fmla="*/ 0 w 4788024"/>
              <a:gd name="connsiteY0" fmla="*/ 0 h 3867894"/>
              <a:gd name="connsiteX1" fmla="*/ 4788024 w 4788024"/>
              <a:gd name="connsiteY1" fmla="*/ 0 h 3867894"/>
              <a:gd name="connsiteX2" fmla="*/ 4788024 w 4788024"/>
              <a:gd name="connsiteY2" fmla="*/ 3867894 h 3867894"/>
              <a:gd name="connsiteX3" fmla="*/ 0 w 4788024"/>
              <a:gd name="connsiteY3" fmla="*/ 3867894 h 3867894"/>
              <a:gd name="connsiteX4" fmla="*/ 0 w 4788024"/>
              <a:gd name="connsiteY4" fmla="*/ 0 h 3867894"/>
              <a:gd name="connsiteX0-1" fmla="*/ 0 w 4788024"/>
              <a:gd name="connsiteY0-2" fmla="*/ 0 h 3867894"/>
              <a:gd name="connsiteX1-3" fmla="*/ 4788024 w 4788024"/>
              <a:gd name="connsiteY1-4" fmla="*/ 0 h 3867894"/>
              <a:gd name="connsiteX2-5" fmla="*/ 0 w 4788024"/>
              <a:gd name="connsiteY2-6" fmla="*/ 3867894 h 3867894"/>
              <a:gd name="connsiteX3-7" fmla="*/ 0 w 4788024"/>
              <a:gd name="connsiteY3-8" fmla="*/ 0 h 3867894"/>
              <a:gd name="connsiteX0-9" fmla="*/ 0 w 4835732"/>
              <a:gd name="connsiteY0-10" fmla="*/ 0 h 3867894"/>
              <a:gd name="connsiteX1-11" fmla="*/ 4835732 w 4835732"/>
              <a:gd name="connsiteY1-12" fmla="*/ 0 h 3867894"/>
              <a:gd name="connsiteX2-13" fmla="*/ 0 w 4835732"/>
              <a:gd name="connsiteY2-14" fmla="*/ 3867894 h 3867894"/>
              <a:gd name="connsiteX3-15" fmla="*/ 0 w 4835732"/>
              <a:gd name="connsiteY3-16" fmla="*/ 0 h 3867894"/>
            </a:gdLst>
            <a:ahLst/>
            <a:cxnLst>
              <a:cxn ang="0">
                <a:pos x="connsiteX0-1" y="connsiteY0-2"/>
              </a:cxn>
              <a:cxn ang="0">
                <a:pos x="connsiteX1-3" y="connsiteY1-4"/>
              </a:cxn>
              <a:cxn ang="0">
                <a:pos x="connsiteX2-5" y="connsiteY2-6"/>
              </a:cxn>
              <a:cxn ang="0">
                <a:pos x="connsiteX3-7" y="connsiteY3-8"/>
              </a:cxn>
            </a:cxnLst>
            <a:rect l="l" t="t" r="r" b="b"/>
            <a:pathLst>
              <a:path w="4835732" h="3867894">
                <a:moveTo>
                  <a:pt x="0" y="0"/>
                </a:moveTo>
                <a:lnTo>
                  <a:pt x="4835732" y="0"/>
                </a:lnTo>
                <a:lnTo>
                  <a:pt x="0" y="3867894"/>
                </a:lnTo>
                <a:lnTo>
                  <a:pt x="0" y="0"/>
                </a:ln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4268065" y="1243801"/>
            <a:ext cx="4875935" cy="3899699"/>
          </a:xfrm>
          <a:custGeom>
            <a:avLst/>
            <a:gdLst>
              <a:gd name="connsiteX0" fmla="*/ 0 w 4860032"/>
              <a:gd name="connsiteY0" fmla="*/ 0 h 3867894"/>
              <a:gd name="connsiteX1" fmla="*/ 4860032 w 4860032"/>
              <a:gd name="connsiteY1" fmla="*/ 0 h 3867894"/>
              <a:gd name="connsiteX2" fmla="*/ 4860032 w 4860032"/>
              <a:gd name="connsiteY2" fmla="*/ 3867894 h 3867894"/>
              <a:gd name="connsiteX3" fmla="*/ 0 w 4860032"/>
              <a:gd name="connsiteY3" fmla="*/ 3867894 h 3867894"/>
              <a:gd name="connsiteX4" fmla="*/ 0 w 4860032"/>
              <a:gd name="connsiteY4" fmla="*/ 0 h 3867894"/>
              <a:gd name="connsiteX0-1" fmla="*/ 0 w 4860032"/>
              <a:gd name="connsiteY0-2" fmla="*/ 3867894 h 3867894"/>
              <a:gd name="connsiteX1-3" fmla="*/ 4860032 w 4860032"/>
              <a:gd name="connsiteY1-4" fmla="*/ 0 h 3867894"/>
              <a:gd name="connsiteX2-5" fmla="*/ 4860032 w 4860032"/>
              <a:gd name="connsiteY2-6" fmla="*/ 3867894 h 3867894"/>
              <a:gd name="connsiteX3-7" fmla="*/ 0 w 4860032"/>
              <a:gd name="connsiteY3-8" fmla="*/ 3867894 h 3867894"/>
              <a:gd name="connsiteX0-9" fmla="*/ 0 w 4875935"/>
              <a:gd name="connsiteY0-10" fmla="*/ 3899699 h 3899699"/>
              <a:gd name="connsiteX1-11" fmla="*/ 4875935 w 4875935"/>
              <a:gd name="connsiteY1-12" fmla="*/ 0 h 3899699"/>
              <a:gd name="connsiteX2-13" fmla="*/ 4860032 w 4875935"/>
              <a:gd name="connsiteY2-14" fmla="*/ 3899699 h 3899699"/>
              <a:gd name="connsiteX3-15" fmla="*/ 0 w 4875935"/>
              <a:gd name="connsiteY3-16" fmla="*/ 3899699 h 3899699"/>
              <a:gd name="connsiteX0-17" fmla="*/ 0 w 4875935"/>
              <a:gd name="connsiteY0-18" fmla="*/ 3899699 h 3899699"/>
              <a:gd name="connsiteX1-19" fmla="*/ 4875935 w 4875935"/>
              <a:gd name="connsiteY1-20" fmla="*/ 0 h 3899699"/>
              <a:gd name="connsiteX2-21" fmla="*/ 4866610 w 4875935"/>
              <a:gd name="connsiteY2-22" fmla="*/ 3899699 h 3899699"/>
              <a:gd name="connsiteX3-23" fmla="*/ 0 w 4875935"/>
              <a:gd name="connsiteY3-24" fmla="*/ 3899699 h 3899699"/>
            </a:gdLst>
            <a:ahLst/>
            <a:cxnLst>
              <a:cxn ang="0">
                <a:pos x="connsiteX0-1" y="connsiteY0-2"/>
              </a:cxn>
              <a:cxn ang="0">
                <a:pos x="connsiteX1-3" y="connsiteY1-4"/>
              </a:cxn>
              <a:cxn ang="0">
                <a:pos x="connsiteX2-5" y="connsiteY2-6"/>
              </a:cxn>
              <a:cxn ang="0">
                <a:pos x="connsiteX3-7" y="connsiteY3-8"/>
              </a:cxn>
            </a:cxnLst>
            <a:rect l="l" t="t" r="r" b="b"/>
            <a:pathLst>
              <a:path w="4875935" h="3899699">
                <a:moveTo>
                  <a:pt x="0" y="3899699"/>
                </a:moveTo>
                <a:lnTo>
                  <a:pt x="4875935" y="0"/>
                </a:lnTo>
                <a:cubicBezTo>
                  <a:pt x="4872827" y="1299900"/>
                  <a:pt x="4869718" y="2599799"/>
                  <a:pt x="4866610" y="3899699"/>
                </a:cubicBezTo>
                <a:lnTo>
                  <a:pt x="0" y="3899699"/>
                </a:ln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p:cNvSpPr>
            <a:spLocks noGrp="1"/>
          </p:cNvSpPr>
          <p:nvPr>
            <p:ph type="pic" idx="13" hasCustomPrompt="1"/>
          </p:nvPr>
        </p:nvSpPr>
        <p:spPr>
          <a:xfrm>
            <a:off x="295997" y="1611681"/>
            <a:ext cx="2791434" cy="191108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058920" y="1611681"/>
            <a:ext cx="2791434" cy="191108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pic>
        <p:nvPicPr>
          <p:cNvPr id="11267" name="Picture 3" descr="D:\Fullppt\005-PNG이미지\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054287" y="1489421"/>
            <a:ext cx="3035425" cy="3026543"/>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2" hasCustomPrompt="1"/>
          </p:nvPr>
        </p:nvSpPr>
        <p:spPr>
          <a:xfrm>
            <a:off x="3161556" y="1603730"/>
            <a:ext cx="2793972" cy="191108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accent3"/>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accent3"/>
                </a:solidFill>
                <a:latin typeface="+mn-lt"/>
                <a:cs typeface="Arial" panose="020B0604020202020204" pitchFamily="34" charset="0"/>
              </a:defRPr>
            </a:lvl1pPr>
          </a:lstStyle>
          <a:p>
            <a:pPr lvl="0"/>
            <a:r>
              <a:rPr lang="en-US" altLang="ko-KR" dirty="0"/>
              <a:t>Insert the title of your subtitle Here</a:t>
            </a:r>
          </a:p>
        </p:txBody>
      </p:sp>
      <p:pic>
        <p:nvPicPr>
          <p:cNvPr id="1026" name="Picture 2" descr="D:\Fullppt\005-PNG이미지\노트북.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03648" y="2790894"/>
            <a:ext cx="3816424" cy="1941096"/>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2" hasCustomPrompt="1"/>
          </p:nvPr>
        </p:nvSpPr>
        <p:spPr>
          <a:xfrm>
            <a:off x="2462033" y="3061529"/>
            <a:ext cx="1783531" cy="130822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8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3042661" y="499869"/>
            <a:ext cx="2520000" cy="252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3" hasCustomPrompt="1"/>
          </p:nvPr>
        </p:nvSpPr>
        <p:spPr>
          <a:xfrm>
            <a:off x="3897690" y="3020149"/>
            <a:ext cx="1664971" cy="16649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4" hasCustomPrompt="1"/>
          </p:nvPr>
        </p:nvSpPr>
        <p:spPr>
          <a:xfrm>
            <a:off x="5564210" y="1354898"/>
            <a:ext cx="1664971" cy="16649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3"/>
                </a:solidFill>
                <a:latin typeface="+mj-lt"/>
                <a:cs typeface="Arial" panose="020B0604020202020204"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image" Target="../media/image3.jpeg"/><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image" Target="../media/image3.jpeg"/><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theme" Target="../theme/theme4.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6" Type="http://schemas.openxmlformats.org/officeDocument/2006/relationships/theme" Target="../theme/theme5.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726" r:id="rId4"/>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Box 3"/>
          <p:cNvSpPr txBox="1"/>
          <p:nvPr userDrawn="1"/>
        </p:nvSpPr>
        <p:spPr>
          <a:xfrm>
            <a:off x="8279904" y="4732652"/>
            <a:ext cx="684584" cy="276999"/>
          </a:xfrm>
          <a:prstGeom prst="rect">
            <a:avLst/>
          </a:prstGeom>
          <a:noFill/>
        </p:spPr>
        <p:txBody>
          <a:bodyPr wrap="square" rtlCol="0">
            <a:spAutoFit/>
          </a:bodyPr>
          <a:lstStyle/>
          <a:p>
            <a:r>
              <a:rPr lang="en-US" sz="1200" dirty="0"/>
              <a:t> </a:t>
            </a:r>
            <a:fld id="{D2547394-6710-499F-ADFF-5EE6905AB227}" type="slidenum">
              <a:rPr lang="en-US" sz="1200" dirty="0" smtClean="0"/>
              <a:t>‹#›</a:t>
            </a:fld>
            <a:endParaRPr lang="en-US" sz="1200" dirty="0"/>
          </a:p>
        </p:txBody>
      </p:sp>
      <p:pic>
        <p:nvPicPr>
          <p:cNvPr id="5" name="Picture 4">
            <a:extLst>
              <a:ext uri="{FF2B5EF4-FFF2-40B4-BE49-F238E27FC236}">
                <a16:creationId xmlns:a16="http://schemas.microsoft.com/office/drawing/2014/main" id="{970CBD4A-6C78-4DBC-A14B-EFF22EAC6343}"/>
              </a:ext>
            </a:extLst>
          </p:cNvPr>
          <p:cNvPicPr>
            <a:picLocks noChangeAspect="1"/>
          </p:cNvPicPr>
          <p:nvPr userDrawn="1"/>
        </p:nvPicPr>
        <p:blipFill rotWithShape="1">
          <a:blip r:embed="rId21" cstate="print">
            <a:extLst>
              <a:ext uri="{28A0092B-C50C-407E-A947-70E740481C1C}">
                <a14:useLocalDpi xmlns:a14="http://schemas.microsoft.com/office/drawing/2010/main" val="0"/>
              </a:ext>
            </a:extLst>
          </a:blip>
          <a:srcRect l="16424" t="15001" r="16424" b="13600"/>
          <a:stretch/>
        </p:blipFill>
        <p:spPr>
          <a:xfrm>
            <a:off x="8460432" y="134512"/>
            <a:ext cx="576064" cy="8160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71" r:id="rId17"/>
    <p:sldLayoutId id="2147483672" r:id="rId18"/>
    <p:sldLayoutId id="2147483719" r:id="rId19"/>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p:cNvSpPr txBox="1"/>
          <p:nvPr userDrawn="1"/>
        </p:nvSpPr>
        <p:spPr>
          <a:xfrm>
            <a:off x="8532440" y="4803998"/>
            <a:ext cx="522844" cy="276999"/>
          </a:xfrm>
          <a:prstGeom prst="rect">
            <a:avLst/>
          </a:prstGeom>
          <a:noFill/>
        </p:spPr>
        <p:txBody>
          <a:bodyPr wrap="square" rtlCol="0">
            <a:spAutoFit/>
          </a:bodyPr>
          <a:lstStyle/>
          <a:p>
            <a:fld id="{D2547394-6710-499F-ADFF-5EE6905AB227}" type="slidenum">
              <a:rPr lang="en-US" sz="1200" smtClean="0"/>
              <a:t>‹#›</a:t>
            </a:fld>
            <a:endParaRPr lang="en-US" sz="1200" dirty="0"/>
          </a:p>
        </p:txBody>
      </p:sp>
      <p:pic>
        <p:nvPicPr>
          <p:cNvPr id="4" name="Picture 3">
            <a:extLst>
              <a:ext uri="{FF2B5EF4-FFF2-40B4-BE49-F238E27FC236}">
                <a16:creationId xmlns:a16="http://schemas.microsoft.com/office/drawing/2014/main" id="{C138CC7E-B6E6-4A8C-B5A5-75A7F90C931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16424" t="15001" r="16424" b="13600"/>
          <a:stretch/>
        </p:blipFill>
        <p:spPr>
          <a:xfrm>
            <a:off x="8460432" y="134512"/>
            <a:ext cx="576064" cy="816090"/>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 id="2147483721" r:id="rId2"/>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01741" y="297881"/>
            <a:ext cx="7354728" cy="560923"/>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387529" y="1097281"/>
            <a:ext cx="8368940" cy="1546577"/>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5564EAD9-2217-425F-8E83-B283069623D3}"/>
              </a:ext>
            </a:extLst>
          </p:cNvPr>
          <p:cNvPicPr>
            <a:picLocks noChangeAspect="1"/>
          </p:cNvPicPr>
          <p:nvPr userDrawn="1"/>
        </p:nvPicPr>
        <p:blipFill rotWithShape="1">
          <a:blip r:embed="rId24" cstate="print">
            <a:extLst>
              <a:ext uri="{28A0092B-C50C-407E-A947-70E740481C1C}">
                <a14:useLocalDpi xmlns:a14="http://schemas.microsoft.com/office/drawing/2010/main" val="0"/>
              </a:ext>
            </a:extLst>
          </a:blip>
          <a:srcRect l="16424" t="15001" r="16424" b="13600"/>
          <a:stretch/>
        </p:blipFill>
        <p:spPr>
          <a:xfrm>
            <a:off x="179512" y="123478"/>
            <a:ext cx="576064" cy="816090"/>
          </a:xfrm>
          <a:prstGeom prst="rect">
            <a:avLst/>
          </a:prstGeom>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Lst>
  <p:transition>
    <p:fade/>
  </p:transition>
  <p:hf hdr="0" ftr="0" dt="0"/>
  <p:txStyles>
    <p:titleStyle>
      <a:lvl1pPr algn="l" defTabSz="685165" rtl="0" eaLnBrk="1" latinLnBrk="0" hangingPunct="1">
        <a:lnSpc>
          <a:spcPct val="90000"/>
        </a:lnSpc>
        <a:spcBef>
          <a:spcPct val="0"/>
        </a:spcBef>
        <a:buNone/>
        <a:defRPr lang="en-US" sz="4050" b="0" kern="1200" cap="none" spc="-75" baseline="0" dirty="0" smtClean="0">
          <a:ln w="3175">
            <a:solidFill>
              <a:schemeClr val="bg1">
                <a:alpha val="0"/>
              </a:schemeClr>
            </a:solidFill>
          </a:ln>
          <a:gradFill flip="none" rotWithShape="1">
            <a:gsLst>
              <a:gs pos="0">
                <a:srgbClr val="595959"/>
              </a:gs>
              <a:gs pos="86000">
                <a:srgbClr val="595959"/>
              </a:gs>
            </a:gsLst>
            <a:lin ang="5400000" scaled="0"/>
            <a:tileRect/>
          </a:gradFill>
          <a:effectLst/>
          <a:latin typeface="Segoe UI Light" panose="020B0502040204020203" pitchFamily="34" charset="0"/>
          <a:ea typeface="+mn-ea"/>
          <a:cs typeface="Arial" panose="020B0604020202020204" pitchFamily="34" charset="0"/>
        </a:defRPr>
      </a:lvl1pPr>
    </p:titleStyle>
    <p:bodyStyle>
      <a:lvl1pPr marL="258445" indent="-258445" algn="l" defTabSz="685165" rtl="0" eaLnBrk="1" latinLnBrk="0" hangingPunct="1">
        <a:lnSpc>
          <a:spcPct val="100000"/>
        </a:lnSpc>
        <a:spcBef>
          <a:spcPts val="900"/>
        </a:spcBef>
        <a:buSzPct val="80000"/>
        <a:buFont typeface="Arial" panose="020B0604020202020204"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601345" indent="-255905" algn="l" defTabSz="685165" rtl="0" eaLnBrk="1" latinLnBrk="0" hangingPunct="1">
        <a:lnSpc>
          <a:spcPct val="100000"/>
        </a:lnSpc>
        <a:spcBef>
          <a:spcPts val="225"/>
        </a:spcBef>
        <a:buSzPct val="80000"/>
        <a:buFont typeface="Arial" panose="020B0604020202020204" pitchFamily="34" charset="0"/>
        <a:buChar char="•"/>
        <a:defRPr sz="210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944245" indent="-258445" algn="l" defTabSz="685165" rtl="0" eaLnBrk="1" latinLnBrk="0" hangingPunct="1">
        <a:lnSpc>
          <a:spcPct val="100000"/>
        </a:lnSpc>
        <a:spcBef>
          <a:spcPts val="225"/>
        </a:spcBef>
        <a:buSzPct val="80000"/>
        <a:buFont typeface="Arial" panose="020B0604020202020204" pitchFamily="34" charset="0"/>
        <a:buChar char="•"/>
        <a:defRPr sz="180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1287145" indent="-259715" algn="l" defTabSz="685165" rtl="0" eaLnBrk="1" latinLnBrk="0" hangingPunct="1">
        <a:lnSpc>
          <a:spcPct val="100000"/>
        </a:lnSpc>
        <a:spcBef>
          <a:spcPts val="225"/>
        </a:spcBef>
        <a:buSzPct val="80000"/>
        <a:buFont typeface="Arial" panose="020B0604020202020204" pitchFamily="34" charset="0"/>
        <a:buChar char="•"/>
        <a:defRPr sz="15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1630045" indent="-252730" algn="l" defTabSz="685165" rtl="0" eaLnBrk="1" latinLnBrk="0" hangingPunct="1">
        <a:lnSpc>
          <a:spcPct val="100000"/>
        </a:lnSpc>
        <a:spcBef>
          <a:spcPts val="225"/>
        </a:spcBef>
        <a:buSzPct val="80000"/>
        <a:buFont typeface="Arial" panose="020B0604020202020204" pitchFamily="34" charset="0"/>
        <a:buChar char="•"/>
        <a:defRPr sz="15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188595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26" y="3191270"/>
            <a:ext cx="7210039" cy="560231"/>
          </a:xfrm>
        </p:spPr>
        <p:txBody>
          <a:bodyPr>
            <a:noAutofit/>
          </a:bodyPr>
          <a:lstStyle/>
          <a:p>
            <a:r>
              <a:rPr lang="en-US" sz="2400" dirty="0">
                <a:solidFill>
                  <a:srgbClr val="FF0000"/>
                </a:solidFill>
              </a:rPr>
              <a:t>UG Program – TE Information Technology</a:t>
            </a:r>
          </a:p>
        </p:txBody>
      </p:sp>
      <p:sp>
        <p:nvSpPr>
          <p:cNvPr id="4" name="Title 1"/>
          <p:cNvSpPr txBox="1"/>
          <p:nvPr/>
        </p:nvSpPr>
        <p:spPr>
          <a:xfrm>
            <a:off x="1427943" y="4183219"/>
            <a:ext cx="6897712" cy="560231"/>
          </a:xfrm>
          <a:prstGeom prst="rect">
            <a:avLst/>
          </a:prstGeom>
        </p:spPr>
        <p:txBody>
          <a:bodyPr vert="horz" lIns="68557" tIns="34279" rIns="68557" bIns="34279" rtlCol="0" anchor="t" anchorCtr="0">
            <a:normAutofit/>
          </a:bodyPr>
          <a:lstStyle>
            <a:lvl1pPr algn="l" defTabSz="913765" rtl="0" eaLnBrk="1" latinLnBrk="0" hangingPunct="1">
              <a:lnSpc>
                <a:spcPct val="80000"/>
              </a:lnSpc>
              <a:spcBef>
                <a:spcPct val="0"/>
              </a:spcBef>
              <a:buNone/>
              <a:defRPr sz="4800" b="0" kern="1200" cap="none">
                <a:solidFill>
                  <a:srgbClr val="002060"/>
                </a:solidFill>
                <a:effectLst/>
                <a:latin typeface="Segoe UI Light" panose="020B0502040204020203" pitchFamily="34" charset="0"/>
                <a:ea typeface="Segoe UI Light" panose="020B0502040204020203" pitchFamily="34" charset="0"/>
                <a:cs typeface="Segoe UI Light" panose="020B0502040204020203" pitchFamily="34" charset="0"/>
              </a:defRPr>
            </a:lvl1pPr>
          </a:lstStyle>
          <a:p>
            <a:pPr algn="ctr"/>
            <a:r>
              <a:rPr lang="en-US" sz="2400" b="1" dirty="0">
                <a:solidFill>
                  <a:schemeClr val="bg1"/>
                </a:solidFill>
              </a:rPr>
              <a:t>Mini/Minor/Major Project Presentation Semester – VI</a:t>
            </a:r>
          </a:p>
        </p:txBody>
      </p:sp>
      <p:sp>
        <p:nvSpPr>
          <p:cNvPr id="5" name="Title 1">
            <a:extLst>
              <a:ext uri="{FF2B5EF4-FFF2-40B4-BE49-F238E27FC236}">
                <a16:creationId xmlns:a16="http://schemas.microsoft.com/office/drawing/2014/main" id="{167E7A6D-D89C-48C8-9464-E4C18A737AD5}"/>
              </a:ext>
            </a:extLst>
          </p:cNvPr>
          <p:cNvSpPr txBox="1"/>
          <p:nvPr/>
        </p:nvSpPr>
        <p:spPr>
          <a:xfrm>
            <a:off x="733666" y="1764293"/>
            <a:ext cx="7620000" cy="742950"/>
          </a:xfrm>
        </p:spPr>
        <p:txBody>
          <a:bodyPr>
            <a:normAutofit/>
          </a:bodyPr>
          <a:lstStyle>
            <a:lvl1pPr algn="l" defTabSz="914400" rtl="0" eaLnBrk="1" latinLnBrk="1" hangingPunct="1">
              <a:spcBef>
                <a:spcPct val="0"/>
              </a:spcBef>
              <a:buNone/>
              <a:defRPr sz="3600" b="0" kern="1200" cap="none">
                <a:solidFill>
                  <a:srgbClr val="002060"/>
                </a:solidFill>
                <a:effectLst/>
                <a:latin typeface="+mj-lt"/>
                <a:ea typeface="+mj-ea"/>
                <a:cs typeface="+mj-cs"/>
              </a:defRPr>
            </a:lvl1pPr>
          </a:lstStyle>
          <a:p>
            <a:pPr algn="ctr"/>
            <a:r>
              <a:rPr lang="en-US" sz="1800" dirty="0">
                <a:solidFill>
                  <a:schemeClr val="accent5">
                    <a:lumMod val="50000"/>
                  </a:schemeClr>
                </a:solidFill>
              </a:rPr>
              <a:t>Hope Foundation’s</a:t>
            </a:r>
          </a:p>
        </p:txBody>
      </p:sp>
      <p:sp>
        <p:nvSpPr>
          <p:cNvPr id="6" name="Title 1">
            <a:extLst>
              <a:ext uri="{FF2B5EF4-FFF2-40B4-BE49-F238E27FC236}">
                <a16:creationId xmlns:a16="http://schemas.microsoft.com/office/drawing/2014/main" id="{FDE9F951-29EC-4954-AC75-8BEFAACA1063}"/>
              </a:ext>
            </a:extLst>
          </p:cNvPr>
          <p:cNvSpPr txBox="1"/>
          <p:nvPr/>
        </p:nvSpPr>
        <p:spPr>
          <a:xfrm>
            <a:off x="119604" y="2138491"/>
            <a:ext cx="9036496" cy="772664"/>
          </a:xfrm>
        </p:spPr>
        <p:txBody>
          <a:bodyPr>
            <a:noAutofit/>
          </a:bodyPr>
          <a:lstStyle>
            <a:lvl1pPr algn="l" defTabSz="914400" rtl="0" eaLnBrk="1" latinLnBrk="1" hangingPunct="1">
              <a:spcBef>
                <a:spcPct val="0"/>
              </a:spcBef>
              <a:buNone/>
              <a:defRPr sz="3600" b="0" kern="1200" cap="none">
                <a:solidFill>
                  <a:srgbClr val="002060"/>
                </a:solidFill>
                <a:effectLst/>
                <a:latin typeface="+mj-lt"/>
                <a:ea typeface="+mj-ea"/>
                <a:cs typeface="+mj-cs"/>
              </a:defRPr>
            </a:lvl1pPr>
          </a:lstStyle>
          <a:p>
            <a:pPr algn="ctr"/>
            <a:r>
              <a:rPr lang="en-US" sz="2800" b="1" dirty="0">
                <a:solidFill>
                  <a:schemeClr val="accent5">
                    <a:lumMod val="50000"/>
                  </a:schemeClr>
                </a:solidFill>
              </a:rPr>
              <a:t>Finolex Academy of Management and Technology</a:t>
            </a:r>
          </a:p>
          <a:p>
            <a:pPr algn="ctr"/>
            <a:r>
              <a:rPr lang="en-US" sz="1600" b="1" dirty="0">
                <a:solidFill>
                  <a:srgbClr val="7030A0"/>
                </a:solidFill>
              </a:rPr>
              <a:t>(Affiliated to University of Mumbai)</a:t>
            </a:r>
          </a:p>
          <a:p>
            <a:pPr algn="ctr"/>
            <a:r>
              <a:rPr lang="en-US" sz="1400" b="1" dirty="0">
                <a:solidFill>
                  <a:schemeClr val="accent5">
                    <a:lumMod val="50000"/>
                  </a:schemeClr>
                </a:solidFill>
              </a:rPr>
              <a:t>P- 60¸ P- 60/1, MIDC, Mirjole Block, Ratnagiri – 415639</a:t>
            </a:r>
          </a:p>
          <a:p>
            <a:pPr algn="ctr"/>
            <a:endParaRPr lang="en-US" sz="1400" b="1" dirty="0">
              <a:solidFill>
                <a:schemeClr val="accent5">
                  <a:lumMod val="50000"/>
                </a:schemeClr>
              </a:solidFill>
            </a:endParaRPr>
          </a:p>
        </p:txBody>
      </p:sp>
      <p:sp>
        <p:nvSpPr>
          <p:cNvPr id="8" name="Rectangle 7">
            <a:extLst>
              <a:ext uri="{FF2B5EF4-FFF2-40B4-BE49-F238E27FC236}">
                <a16:creationId xmlns:a16="http://schemas.microsoft.com/office/drawing/2014/main" id="{A5B64C8E-6A3E-490B-B000-DB67A4E09176}"/>
              </a:ext>
            </a:extLst>
          </p:cNvPr>
          <p:cNvSpPr/>
          <p:nvPr/>
        </p:nvSpPr>
        <p:spPr>
          <a:xfrm>
            <a:off x="3742253" y="4743450"/>
            <a:ext cx="1851789" cy="369332"/>
          </a:xfrm>
          <a:prstGeom prst="rect">
            <a:avLst/>
          </a:prstGeom>
        </p:spPr>
        <p:txBody>
          <a:bodyPr wrap="none">
            <a:spAutoFit/>
          </a:bodyPr>
          <a:lstStyle/>
          <a:p>
            <a:r>
              <a:rPr lang="en-US" dirty="0">
                <a:solidFill>
                  <a:srgbClr val="0070C0"/>
                </a:solidFill>
              </a:rPr>
              <a:t>18</a:t>
            </a:r>
            <a:r>
              <a:rPr lang="en-US" baseline="30000" dirty="0">
                <a:solidFill>
                  <a:srgbClr val="0070C0"/>
                </a:solidFill>
              </a:rPr>
              <a:t>th</a:t>
            </a:r>
            <a:r>
              <a:rPr lang="en-US" dirty="0">
                <a:solidFill>
                  <a:srgbClr val="0070C0"/>
                </a:solidFill>
              </a:rPr>
              <a:t> March 2025</a:t>
            </a:r>
            <a:endParaRPr lang="en-IN"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FA26A58-D390-89ED-393F-BDDF5AC1A617}"/>
              </a:ext>
            </a:extLst>
          </p:cNvPr>
          <p:cNvSpPr>
            <a:spLocks noGrp="1"/>
          </p:cNvSpPr>
          <p:nvPr>
            <p:ph type="body" sz="quarter" idx="10"/>
          </p:nvPr>
        </p:nvSpPr>
        <p:spPr>
          <a:xfrm>
            <a:off x="-336376" y="155878"/>
            <a:ext cx="9144000" cy="576064"/>
          </a:xfrm>
        </p:spPr>
        <p:txBody>
          <a:bodyPr/>
          <a:lstStyle/>
          <a:p>
            <a:r>
              <a:rPr lang="en-US" sz="3400" dirty="0"/>
              <a:t>D</a:t>
            </a:r>
            <a:r>
              <a:rPr lang="en-IN" sz="3400" dirty="0" err="1"/>
              <a:t>eepfake</a:t>
            </a:r>
            <a:r>
              <a:rPr lang="en-IN" sz="3400" dirty="0"/>
              <a:t> Image-Audio Detection System</a:t>
            </a:r>
          </a:p>
        </p:txBody>
      </p:sp>
      <p:sp>
        <p:nvSpPr>
          <p:cNvPr id="10" name="Text Placeholder 9">
            <a:extLst>
              <a:ext uri="{FF2B5EF4-FFF2-40B4-BE49-F238E27FC236}">
                <a16:creationId xmlns:a16="http://schemas.microsoft.com/office/drawing/2014/main" id="{A37E071F-FF6B-820B-7FDD-91B824935A0A}"/>
              </a:ext>
            </a:extLst>
          </p:cNvPr>
          <p:cNvSpPr>
            <a:spLocks noGrp="1"/>
          </p:cNvSpPr>
          <p:nvPr>
            <p:ph type="body" sz="quarter" idx="11"/>
          </p:nvPr>
        </p:nvSpPr>
        <p:spPr/>
        <p:txBody>
          <a:bodyPr/>
          <a:lstStyle/>
          <a:p>
            <a:r>
              <a:rPr lang="en-IN" dirty="0"/>
              <a:t>AY 2025-2026</a:t>
            </a:r>
          </a:p>
        </p:txBody>
      </p:sp>
      <p:graphicFrame>
        <p:nvGraphicFramePr>
          <p:cNvPr id="11" name="Table 10">
            <a:extLst>
              <a:ext uri="{FF2B5EF4-FFF2-40B4-BE49-F238E27FC236}">
                <a16:creationId xmlns:a16="http://schemas.microsoft.com/office/drawing/2014/main" id="{96334D6A-83F7-89DA-6935-C19AD91C2E9E}"/>
              </a:ext>
            </a:extLst>
          </p:cNvPr>
          <p:cNvGraphicFramePr>
            <a:graphicFrameLocks noGrp="1"/>
          </p:cNvGraphicFramePr>
          <p:nvPr>
            <p:extLst>
              <p:ext uri="{D42A27DB-BD31-4B8C-83A1-F6EECF244321}">
                <p14:modId xmlns:p14="http://schemas.microsoft.com/office/powerpoint/2010/main" val="1710809692"/>
              </p:ext>
            </p:extLst>
          </p:nvPr>
        </p:nvGraphicFramePr>
        <p:xfrm>
          <a:off x="920054" y="987574"/>
          <a:ext cx="7252344" cy="1854200"/>
        </p:xfrm>
        <a:graphic>
          <a:graphicData uri="http://schemas.openxmlformats.org/drawingml/2006/table">
            <a:tbl>
              <a:tblPr firstRow="1" bandRow="1">
                <a:tableStyleId>{5C22544A-7EE6-4342-B048-85BDC9FD1C3A}</a:tableStyleId>
              </a:tblPr>
              <a:tblGrid>
                <a:gridCol w="2715842">
                  <a:extLst>
                    <a:ext uri="{9D8B030D-6E8A-4147-A177-3AD203B41FA5}">
                      <a16:colId xmlns:a16="http://schemas.microsoft.com/office/drawing/2014/main" val="2140934747"/>
                    </a:ext>
                  </a:extLst>
                </a:gridCol>
                <a:gridCol w="2119054">
                  <a:extLst>
                    <a:ext uri="{9D8B030D-6E8A-4147-A177-3AD203B41FA5}">
                      <a16:colId xmlns:a16="http://schemas.microsoft.com/office/drawing/2014/main" val="1560993837"/>
                    </a:ext>
                  </a:extLst>
                </a:gridCol>
                <a:gridCol w="2417448">
                  <a:extLst>
                    <a:ext uri="{9D8B030D-6E8A-4147-A177-3AD203B41FA5}">
                      <a16:colId xmlns:a16="http://schemas.microsoft.com/office/drawing/2014/main" val="2256688823"/>
                    </a:ext>
                  </a:extLst>
                </a:gridCol>
              </a:tblGrid>
              <a:tr h="370840">
                <a:tc>
                  <a:txBody>
                    <a:bodyPr/>
                    <a:lstStyle/>
                    <a:p>
                      <a:r>
                        <a:rPr lang="en-IN" dirty="0"/>
                        <a:t>Group No.- </a:t>
                      </a:r>
                      <a:r>
                        <a:rPr lang="en-IN" dirty="0">
                          <a:solidFill>
                            <a:srgbClr val="F2A40D"/>
                          </a:solidFill>
                        </a:rPr>
                        <a:t>02</a:t>
                      </a:r>
                    </a:p>
                  </a:txBody>
                  <a:tcPr/>
                </a:tc>
                <a:tc>
                  <a:txBody>
                    <a:bodyPr/>
                    <a:lstStyle/>
                    <a:p>
                      <a:r>
                        <a:rPr lang="en-IN" dirty="0"/>
                        <a:t>Registration No</a:t>
                      </a:r>
                    </a:p>
                  </a:txBody>
                  <a:tcPr/>
                </a:tc>
                <a:tc>
                  <a:txBody>
                    <a:bodyPr/>
                    <a:lstStyle/>
                    <a:p>
                      <a:r>
                        <a:rPr lang="en-IN" dirty="0"/>
                        <a:t>PRN</a:t>
                      </a:r>
                    </a:p>
                  </a:txBody>
                  <a:tcPr/>
                </a:tc>
                <a:extLst>
                  <a:ext uri="{0D108BD9-81ED-4DB2-BD59-A6C34878D82A}">
                    <a16:rowId xmlns:a16="http://schemas.microsoft.com/office/drawing/2014/main" val="535969841"/>
                  </a:ext>
                </a:extLst>
              </a:tr>
              <a:tr h="370840">
                <a:tc>
                  <a:txBody>
                    <a:bodyPr/>
                    <a:lstStyle/>
                    <a:p>
                      <a:r>
                        <a:rPr lang="en-US" dirty="0"/>
                        <a:t>K</a:t>
                      </a:r>
                      <a:r>
                        <a:rPr lang="en-IN" dirty="0" err="1"/>
                        <a:t>adam</a:t>
                      </a:r>
                      <a:r>
                        <a:rPr lang="en-IN" dirty="0"/>
                        <a:t> Paras </a:t>
                      </a:r>
                    </a:p>
                  </a:txBody>
                  <a:tcPr/>
                </a:tc>
                <a:tc>
                  <a:txBody>
                    <a:bodyPr/>
                    <a:lstStyle/>
                    <a:p>
                      <a:r>
                        <a:rPr lang="en-US" dirty="0"/>
                        <a:t>T-23-</a:t>
                      </a:r>
                      <a:endParaRPr lang="en-IN" dirty="0"/>
                    </a:p>
                  </a:txBody>
                  <a:tcPr/>
                </a:tc>
                <a:tc>
                  <a:txBody>
                    <a:bodyPr/>
                    <a:lstStyle/>
                    <a:p>
                      <a:endParaRPr lang="en-IN"/>
                    </a:p>
                  </a:txBody>
                  <a:tcPr/>
                </a:tc>
                <a:extLst>
                  <a:ext uri="{0D108BD9-81ED-4DB2-BD59-A6C34878D82A}">
                    <a16:rowId xmlns:a16="http://schemas.microsoft.com/office/drawing/2014/main" val="1211571983"/>
                  </a:ext>
                </a:extLst>
              </a:tr>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K</a:t>
                      </a:r>
                      <a:r>
                        <a:rPr lang="en-IN" dirty="0" err="1"/>
                        <a:t>adam</a:t>
                      </a:r>
                      <a:r>
                        <a:rPr lang="en-IN" dirty="0"/>
                        <a:t> Soham Shridhar</a:t>
                      </a:r>
                    </a:p>
                  </a:txBody>
                  <a:tcPr/>
                </a:tc>
                <a:tc>
                  <a:txBody>
                    <a:bodyPr/>
                    <a:lstStyle/>
                    <a:p>
                      <a:r>
                        <a:rPr lang="en-US" dirty="0"/>
                        <a:t>T-23-</a:t>
                      </a:r>
                      <a:endParaRPr lang="en-IN" dirty="0"/>
                    </a:p>
                  </a:txBody>
                  <a:tcPr/>
                </a:tc>
                <a:tc>
                  <a:txBody>
                    <a:bodyPr/>
                    <a:lstStyle/>
                    <a:p>
                      <a:endParaRPr lang="en-IN"/>
                    </a:p>
                  </a:txBody>
                  <a:tcPr/>
                </a:tc>
                <a:extLst>
                  <a:ext uri="{0D108BD9-81ED-4DB2-BD59-A6C34878D82A}">
                    <a16:rowId xmlns:a16="http://schemas.microsoft.com/office/drawing/2014/main" val="1852831003"/>
                  </a:ext>
                </a:extLst>
              </a:tr>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N</a:t>
                      </a:r>
                      <a:r>
                        <a:rPr lang="en-IN" dirty="0" err="1"/>
                        <a:t>ivalkar</a:t>
                      </a:r>
                      <a:r>
                        <a:rPr lang="en-IN" dirty="0"/>
                        <a:t> Sahil Ramdas</a:t>
                      </a:r>
                    </a:p>
                  </a:txBody>
                  <a:tcPr/>
                </a:tc>
                <a:tc>
                  <a:txBody>
                    <a:bodyPr/>
                    <a:lstStyle/>
                    <a:p>
                      <a:r>
                        <a:rPr lang="en-US" dirty="0"/>
                        <a:t>T-23-</a:t>
                      </a:r>
                      <a:endParaRPr lang="en-IN" dirty="0"/>
                    </a:p>
                  </a:txBody>
                  <a:tcPr/>
                </a:tc>
                <a:tc>
                  <a:txBody>
                    <a:bodyPr/>
                    <a:lstStyle/>
                    <a:p>
                      <a:endParaRPr lang="en-IN" dirty="0"/>
                    </a:p>
                  </a:txBody>
                  <a:tcPr/>
                </a:tc>
                <a:extLst>
                  <a:ext uri="{0D108BD9-81ED-4DB2-BD59-A6C34878D82A}">
                    <a16:rowId xmlns:a16="http://schemas.microsoft.com/office/drawing/2014/main" val="1391886995"/>
                  </a:ext>
                </a:extLst>
              </a:tr>
              <a:tr h="370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dirty="0"/>
                        <a:t>Pandit Amey Ravindra</a:t>
                      </a:r>
                      <a:endParaRPr lang="en-IN" dirty="0"/>
                    </a:p>
                  </a:txBody>
                  <a:tcPr/>
                </a:tc>
                <a:tc>
                  <a:txBody>
                    <a:bodyPr/>
                    <a:lstStyle/>
                    <a:p>
                      <a:r>
                        <a:rPr lang="en-US" dirty="0"/>
                        <a:t>T-23-</a:t>
                      </a:r>
                      <a:endParaRPr lang="en-IN" dirty="0"/>
                    </a:p>
                  </a:txBody>
                  <a:tcPr/>
                </a:tc>
                <a:tc>
                  <a:txBody>
                    <a:bodyPr/>
                    <a:lstStyle/>
                    <a:p>
                      <a:endParaRPr lang="en-IN" dirty="0"/>
                    </a:p>
                  </a:txBody>
                  <a:tcPr/>
                </a:tc>
                <a:extLst>
                  <a:ext uri="{0D108BD9-81ED-4DB2-BD59-A6C34878D82A}">
                    <a16:rowId xmlns:a16="http://schemas.microsoft.com/office/drawing/2014/main" val="2392035391"/>
                  </a:ext>
                </a:extLst>
              </a:tr>
            </a:tbl>
          </a:graphicData>
        </a:graphic>
      </p:graphicFrame>
      <p:graphicFrame>
        <p:nvGraphicFramePr>
          <p:cNvPr id="14" name="Table 13">
            <a:extLst>
              <a:ext uri="{FF2B5EF4-FFF2-40B4-BE49-F238E27FC236}">
                <a16:creationId xmlns:a16="http://schemas.microsoft.com/office/drawing/2014/main" id="{9AD3545F-516D-9915-587B-60CA0E3DDF8B}"/>
              </a:ext>
            </a:extLst>
          </p:cNvPr>
          <p:cNvGraphicFramePr>
            <a:graphicFrameLocks noGrp="1"/>
          </p:cNvGraphicFramePr>
          <p:nvPr>
            <p:extLst>
              <p:ext uri="{D42A27DB-BD31-4B8C-83A1-F6EECF244321}">
                <p14:modId xmlns:p14="http://schemas.microsoft.com/office/powerpoint/2010/main" val="2149463980"/>
              </p:ext>
            </p:extLst>
          </p:nvPr>
        </p:nvGraphicFramePr>
        <p:xfrm>
          <a:off x="948483" y="2941961"/>
          <a:ext cx="7247034" cy="1112520"/>
        </p:xfrm>
        <a:graphic>
          <a:graphicData uri="http://schemas.openxmlformats.org/drawingml/2006/table">
            <a:tbl>
              <a:tblPr firstRow="1" bandRow="1">
                <a:tableStyleId>{93296810-A885-4BE3-A3E7-6D5BEEA58F35}</a:tableStyleId>
              </a:tblPr>
              <a:tblGrid>
                <a:gridCol w="3574626">
                  <a:extLst>
                    <a:ext uri="{9D8B030D-6E8A-4147-A177-3AD203B41FA5}">
                      <a16:colId xmlns:a16="http://schemas.microsoft.com/office/drawing/2014/main" val="2420797484"/>
                    </a:ext>
                  </a:extLst>
                </a:gridCol>
                <a:gridCol w="3672408">
                  <a:extLst>
                    <a:ext uri="{9D8B030D-6E8A-4147-A177-3AD203B41FA5}">
                      <a16:colId xmlns:a16="http://schemas.microsoft.com/office/drawing/2014/main" val="3594899587"/>
                    </a:ext>
                  </a:extLst>
                </a:gridCol>
              </a:tblGrid>
              <a:tr h="370840">
                <a:tc>
                  <a:txBody>
                    <a:bodyPr/>
                    <a:lstStyle/>
                    <a:p>
                      <a:r>
                        <a:rPr lang="en-IN" dirty="0"/>
                        <a:t>Under the Guidance of</a:t>
                      </a:r>
                    </a:p>
                  </a:txBody>
                  <a:tcPr/>
                </a:tc>
                <a:tc>
                  <a:txBody>
                    <a:bodyPr/>
                    <a:lstStyle/>
                    <a:p>
                      <a:r>
                        <a:rPr lang="en-IN" dirty="0"/>
                        <a:t>Affiliation and Designation</a:t>
                      </a:r>
                    </a:p>
                  </a:txBody>
                  <a:tcPr/>
                </a:tc>
                <a:extLst>
                  <a:ext uri="{0D108BD9-81ED-4DB2-BD59-A6C34878D82A}">
                    <a16:rowId xmlns:a16="http://schemas.microsoft.com/office/drawing/2014/main" val="2278730672"/>
                  </a:ext>
                </a:extLst>
              </a:tr>
              <a:tr h="370840">
                <a:tc>
                  <a:txBody>
                    <a:bodyPr/>
                    <a:lstStyle/>
                    <a:p>
                      <a:r>
                        <a:rPr lang="en-IN" dirty="0"/>
                        <a:t>Guide</a:t>
                      </a:r>
                    </a:p>
                  </a:txBody>
                  <a:tcPr/>
                </a:tc>
                <a:tc>
                  <a:txBody>
                    <a:bodyPr/>
                    <a:lstStyle/>
                    <a:p>
                      <a:r>
                        <a:rPr lang="en-US" dirty="0"/>
                        <a:t>Prof. Rashmi More</a:t>
                      </a:r>
                      <a:endParaRPr lang="en-IN" dirty="0"/>
                    </a:p>
                  </a:txBody>
                  <a:tcPr/>
                </a:tc>
                <a:extLst>
                  <a:ext uri="{0D108BD9-81ED-4DB2-BD59-A6C34878D82A}">
                    <a16:rowId xmlns:a16="http://schemas.microsoft.com/office/drawing/2014/main" val="1289792893"/>
                  </a:ext>
                </a:extLst>
              </a:tr>
              <a:tr h="370840">
                <a:tc>
                  <a:txBody>
                    <a:bodyPr/>
                    <a:lstStyle/>
                    <a:p>
                      <a:r>
                        <a:rPr lang="en-IN" dirty="0"/>
                        <a:t>Industry Mentor</a:t>
                      </a:r>
                    </a:p>
                  </a:txBody>
                  <a:tcPr/>
                </a:tc>
                <a:tc>
                  <a:txBody>
                    <a:bodyPr/>
                    <a:lstStyle/>
                    <a:p>
                      <a:endParaRPr lang="en-IN" dirty="0"/>
                    </a:p>
                  </a:txBody>
                  <a:tcPr/>
                </a:tc>
                <a:extLst>
                  <a:ext uri="{0D108BD9-81ED-4DB2-BD59-A6C34878D82A}">
                    <a16:rowId xmlns:a16="http://schemas.microsoft.com/office/drawing/2014/main" val="779123634"/>
                  </a:ext>
                </a:extLst>
              </a:tr>
            </a:tbl>
          </a:graphicData>
        </a:graphic>
      </p:graphicFrame>
      <p:graphicFrame>
        <p:nvGraphicFramePr>
          <p:cNvPr id="15" name="Table 14">
            <a:extLst>
              <a:ext uri="{FF2B5EF4-FFF2-40B4-BE49-F238E27FC236}">
                <a16:creationId xmlns:a16="http://schemas.microsoft.com/office/drawing/2014/main" id="{BC97C49E-76FA-ECB1-7350-9CF3D525E398}"/>
              </a:ext>
            </a:extLst>
          </p:cNvPr>
          <p:cNvGraphicFramePr>
            <a:graphicFrameLocks noGrp="1"/>
          </p:cNvGraphicFramePr>
          <p:nvPr>
            <p:extLst>
              <p:ext uri="{D42A27DB-BD31-4B8C-83A1-F6EECF244321}">
                <p14:modId xmlns:p14="http://schemas.microsoft.com/office/powerpoint/2010/main" val="3297682479"/>
              </p:ext>
            </p:extLst>
          </p:nvPr>
        </p:nvGraphicFramePr>
        <p:xfrm>
          <a:off x="1691680" y="4155926"/>
          <a:ext cx="6096000" cy="741680"/>
        </p:xfrm>
        <a:graphic>
          <a:graphicData uri="http://schemas.openxmlformats.org/drawingml/2006/table">
            <a:tbl>
              <a:tblPr firstRow="1" bandRow="1">
                <a:tableStyleId>{21E4AEA4-8DFA-4A89-87EB-49C32662AFE0}</a:tableStyleId>
              </a:tblPr>
              <a:tblGrid>
                <a:gridCol w="6096000">
                  <a:extLst>
                    <a:ext uri="{9D8B030D-6E8A-4147-A177-3AD203B41FA5}">
                      <a16:colId xmlns:a16="http://schemas.microsoft.com/office/drawing/2014/main" val="1865385460"/>
                    </a:ext>
                  </a:extLst>
                </a:gridCol>
              </a:tblGrid>
              <a:tr h="370840">
                <a:tc>
                  <a:txBody>
                    <a:bodyPr/>
                    <a:lstStyle/>
                    <a:p>
                      <a:r>
                        <a:rPr lang="en-IN" sz="1000" dirty="0"/>
                        <a:t>Primary SDG-</a:t>
                      </a:r>
                    </a:p>
                  </a:txBody>
                  <a:tcPr/>
                </a:tc>
                <a:extLst>
                  <a:ext uri="{0D108BD9-81ED-4DB2-BD59-A6C34878D82A}">
                    <a16:rowId xmlns:a16="http://schemas.microsoft.com/office/drawing/2014/main" val="1397815471"/>
                  </a:ext>
                </a:extLst>
              </a:tr>
              <a:tr h="370840">
                <a:tc>
                  <a:txBody>
                    <a:bodyPr/>
                    <a:lstStyle/>
                    <a:p>
                      <a:r>
                        <a:rPr lang="en-IN" sz="1000" dirty="0"/>
                        <a:t>Secondary SDG -</a:t>
                      </a:r>
                    </a:p>
                  </a:txBody>
                  <a:tcPr/>
                </a:tc>
                <a:extLst>
                  <a:ext uri="{0D108BD9-81ED-4DB2-BD59-A6C34878D82A}">
                    <a16:rowId xmlns:a16="http://schemas.microsoft.com/office/drawing/2014/main" val="909561019"/>
                  </a:ext>
                </a:extLst>
              </a:tr>
            </a:tbl>
          </a:graphicData>
        </a:graphic>
      </p:graphicFrame>
    </p:spTree>
    <p:extLst>
      <p:ext uri="{BB962C8B-B14F-4D97-AF65-F5344CB8AC3E}">
        <p14:creationId xmlns:p14="http://schemas.microsoft.com/office/powerpoint/2010/main" val="3285423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69C0731-9EE6-C0CE-AC4F-DC6F34B32F5B}"/>
              </a:ext>
            </a:extLst>
          </p:cNvPr>
          <p:cNvGraphicFramePr/>
          <p:nvPr/>
        </p:nvGraphicFramePr>
        <p:xfrm>
          <a:off x="683568" y="123478"/>
          <a:ext cx="7416824" cy="47525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35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lstStyle/>
          <a:p>
            <a:r>
              <a:rPr lang="en-US" sz="2800" dirty="0"/>
              <a:t>Program Educational Objectives (PEOs)</a:t>
            </a:r>
            <a:endParaRPr lang="ko-KR" altLang="en-US" sz="2800" dirty="0"/>
          </a:p>
        </p:txBody>
      </p:sp>
      <p:grpSp>
        <p:nvGrpSpPr>
          <p:cNvPr id="3" name="Group 2">
            <a:extLst>
              <a:ext uri="{FF2B5EF4-FFF2-40B4-BE49-F238E27FC236}">
                <a16:creationId xmlns:a16="http://schemas.microsoft.com/office/drawing/2014/main" id="{34A0D338-345A-B1E2-F5A2-B30BF49561EB}"/>
              </a:ext>
            </a:extLst>
          </p:cNvPr>
          <p:cNvGrpSpPr/>
          <p:nvPr/>
        </p:nvGrpSpPr>
        <p:grpSpPr>
          <a:xfrm>
            <a:off x="1804468" y="1585108"/>
            <a:ext cx="2840649" cy="904025"/>
            <a:chOff x="2395432" y="2441414"/>
            <a:chExt cx="3787532" cy="1205367"/>
          </a:xfrm>
        </p:grpSpPr>
        <p:sp>
          <p:nvSpPr>
            <p:cNvPr id="4" name="Shape">
              <a:extLst>
                <a:ext uri="{FF2B5EF4-FFF2-40B4-BE49-F238E27FC236}">
                  <a16:creationId xmlns:a16="http://schemas.microsoft.com/office/drawing/2014/main" id="{EE0193C3-C164-EAD9-4B2C-47B7037EB396}"/>
                </a:ext>
              </a:extLst>
            </p:cNvPr>
            <p:cNvSpPr/>
            <p:nvPr/>
          </p:nvSpPr>
          <p:spPr>
            <a:xfrm>
              <a:off x="5261207" y="2441414"/>
              <a:ext cx="921757" cy="12053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10800"/>
                  </a:lnTo>
                  <a:lnTo>
                    <a:pt x="10800" y="21600"/>
                  </a:lnTo>
                  <a:lnTo>
                    <a:pt x="0" y="10800"/>
                  </a:lnTo>
                  <a:close/>
                </a:path>
              </a:pathLst>
            </a:custGeom>
            <a:solidFill>
              <a:schemeClr val="accent5">
                <a:lumMod val="75000"/>
              </a:schemeClr>
            </a:solidFill>
            <a:ln w="12700">
              <a:miter lim="400000"/>
            </a:ln>
          </p:spPr>
          <p:txBody>
            <a:bodyPr lIns="28575" tIns="171450" rIns="28575" bIns="28575" anchor="ctr"/>
            <a:lstStyle/>
            <a:p>
              <a:pPr algn="ctr">
                <a:defRPr sz="3000">
                  <a:solidFill>
                    <a:srgbClr val="FFFFFF"/>
                  </a:solidFill>
                </a:defRPr>
              </a:pPr>
              <a:r>
                <a:rPr lang="en-US" sz="2250" b="1" dirty="0"/>
                <a:t>02</a:t>
              </a:r>
              <a:endParaRPr sz="2250" b="1" dirty="0"/>
            </a:p>
          </p:txBody>
        </p:sp>
        <p:sp>
          <p:nvSpPr>
            <p:cNvPr id="5" name="Freeform: Shape 4">
              <a:extLst>
                <a:ext uri="{FF2B5EF4-FFF2-40B4-BE49-F238E27FC236}">
                  <a16:creationId xmlns:a16="http://schemas.microsoft.com/office/drawing/2014/main" id="{4B8D1B35-B817-327A-CE0A-C85B7ACEF3A1}"/>
                </a:ext>
              </a:extLst>
            </p:cNvPr>
            <p:cNvSpPr/>
            <p:nvPr/>
          </p:nvSpPr>
          <p:spPr>
            <a:xfrm>
              <a:off x="5261208" y="2758941"/>
              <a:ext cx="921756" cy="439079"/>
            </a:xfrm>
            <a:custGeom>
              <a:avLst/>
              <a:gdLst>
                <a:gd name="connsiteX0" fmla="*/ 492627 w 921756"/>
                <a:gd name="connsiteY0" fmla="*/ 0 h 439079"/>
                <a:gd name="connsiteX1" fmla="*/ 921756 w 921756"/>
                <a:gd name="connsiteY1" fmla="*/ 285158 h 439079"/>
                <a:gd name="connsiteX2" fmla="*/ 921755 w 921756"/>
                <a:gd name="connsiteY2" fmla="*/ 285159 h 439079"/>
                <a:gd name="connsiteX3" fmla="*/ 117704 w 921756"/>
                <a:gd name="connsiteY3" fmla="*/ 439079 h 439079"/>
                <a:gd name="connsiteX4" fmla="*/ 0 w 921756"/>
                <a:gd name="connsiteY4" fmla="*/ 285158 h 439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756" h="439079">
                  <a:moveTo>
                    <a:pt x="492627" y="0"/>
                  </a:moveTo>
                  <a:lnTo>
                    <a:pt x="921756" y="285158"/>
                  </a:lnTo>
                  <a:lnTo>
                    <a:pt x="921755" y="285159"/>
                  </a:lnTo>
                  <a:lnTo>
                    <a:pt x="117704" y="439079"/>
                  </a:lnTo>
                  <a:lnTo>
                    <a:pt x="0" y="285158"/>
                  </a:lnTo>
                  <a:close/>
                </a:path>
              </a:pathLst>
            </a:custGeom>
            <a:solidFill>
              <a:srgbClr val="000000">
                <a:alpha val="30196"/>
              </a:srgbClr>
            </a:solidFill>
            <a:ln w="12700">
              <a:miter lim="400000"/>
            </a:ln>
          </p:spPr>
          <p:txBody>
            <a:bodyPr wrap="square" lIns="28575" tIns="28575" rIns="28575" bIns="28575" anchor="ctr">
              <a:noAutofit/>
            </a:bodyPr>
            <a:lstStyle/>
            <a:p>
              <a:pPr>
                <a:defRPr sz="3000">
                  <a:solidFill>
                    <a:srgbClr val="FFFFFF"/>
                  </a:solidFill>
                </a:defRPr>
              </a:pPr>
              <a:endParaRPr sz="2250"/>
            </a:p>
          </p:txBody>
        </p:sp>
        <p:sp>
          <p:nvSpPr>
            <p:cNvPr id="6" name="Shape">
              <a:extLst>
                <a:ext uri="{FF2B5EF4-FFF2-40B4-BE49-F238E27FC236}">
                  <a16:creationId xmlns:a16="http://schemas.microsoft.com/office/drawing/2014/main" id="{08960A30-9A4E-0B5B-AEA7-2BF5E572CABB}"/>
                </a:ext>
              </a:extLst>
            </p:cNvPr>
            <p:cNvSpPr/>
            <p:nvPr/>
          </p:nvSpPr>
          <p:spPr>
            <a:xfrm>
              <a:off x="2395432" y="2441414"/>
              <a:ext cx="3783225" cy="602686"/>
            </a:xfrm>
            <a:custGeom>
              <a:avLst/>
              <a:gdLst/>
              <a:ahLst/>
              <a:cxnLst>
                <a:cxn ang="0">
                  <a:pos x="wd2" y="hd2"/>
                </a:cxn>
                <a:cxn ang="5400000">
                  <a:pos x="wd2" y="hd2"/>
                </a:cxn>
                <a:cxn ang="10800000">
                  <a:pos x="wd2" y="hd2"/>
                </a:cxn>
                <a:cxn ang="16200000">
                  <a:pos x="wd2" y="hd2"/>
                </a:cxn>
              </a:cxnLst>
              <a:rect l="0" t="0" r="r" b="b"/>
              <a:pathLst>
                <a:path w="21600" h="21600" extrusionOk="0">
                  <a:moveTo>
                    <a:pt x="18969" y="0"/>
                  </a:moveTo>
                  <a:lnTo>
                    <a:pt x="21600" y="21600"/>
                  </a:lnTo>
                  <a:lnTo>
                    <a:pt x="2602" y="21600"/>
                  </a:lnTo>
                  <a:lnTo>
                    <a:pt x="0" y="0"/>
                  </a:lnTo>
                  <a:close/>
                </a:path>
              </a:pathLst>
            </a:custGeom>
            <a:solidFill>
              <a:schemeClr val="accent5"/>
            </a:solidFill>
            <a:ln w="12700">
              <a:miter lim="400000"/>
            </a:ln>
          </p:spPr>
          <p:txBody>
            <a:bodyPr lIns="28575" tIns="28575" rIns="28575" bIns="28575" anchor="ctr"/>
            <a:lstStyle/>
            <a:p>
              <a:pPr algn="ctr">
                <a:defRPr sz="3000">
                  <a:solidFill>
                    <a:srgbClr val="FFFFFF"/>
                  </a:solidFill>
                </a:defRPr>
              </a:pPr>
              <a:r>
                <a:rPr lang="en-US" sz="2250" dirty="0"/>
                <a:t>PEO 2</a:t>
              </a:r>
              <a:endParaRPr sz="2250" dirty="0"/>
            </a:p>
          </p:txBody>
        </p:sp>
      </p:grpSp>
      <p:grpSp>
        <p:nvGrpSpPr>
          <p:cNvPr id="7" name="Group 6">
            <a:extLst>
              <a:ext uri="{FF2B5EF4-FFF2-40B4-BE49-F238E27FC236}">
                <a16:creationId xmlns:a16="http://schemas.microsoft.com/office/drawing/2014/main" id="{8E67E871-DEA4-5082-BFD5-8339C593A5DB}"/>
              </a:ext>
            </a:extLst>
          </p:cNvPr>
          <p:cNvGrpSpPr/>
          <p:nvPr/>
        </p:nvGrpSpPr>
        <p:grpSpPr>
          <a:xfrm>
            <a:off x="4502110" y="1223183"/>
            <a:ext cx="2837419" cy="904025"/>
            <a:chOff x="5901012" y="1838728"/>
            <a:chExt cx="3783225" cy="1205367"/>
          </a:xfrm>
        </p:grpSpPr>
        <p:sp>
          <p:nvSpPr>
            <p:cNvPr id="8" name="Shape">
              <a:extLst>
                <a:ext uri="{FF2B5EF4-FFF2-40B4-BE49-F238E27FC236}">
                  <a16:creationId xmlns:a16="http://schemas.microsoft.com/office/drawing/2014/main" id="{A5BAA0E1-FF7E-596A-091D-A772EC98CE9D}"/>
                </a:ext>
              </a:extLst>
            </p:cNvPr>
            <p:cNvSpPr/>
            <p:nvPr/>
          </p:nvSpPr>
          <p:spPr>
            <a:xfrm>
              <a:off x="5901016" y="1838728"/>
              <a:ext cx="921749" cy="12053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10800"/>
                  </a:lnTo>
                  <a:lnTo>
                    <a:pt x="10800" y="21600"/>
                  </a:lnTo>
                  <a:lnTo>
                    <a:pt x="21600" y="10800"/>
                  </a:lnTo>
                  <a:close/>
                </a:path>
              </a:pathLst>
            </a:custGeom>
            <a:solidFill>
              <a:schemeClr val="accent4">
                <a:lumMod val="75000"/>
              </a:schemeClr>
            </a:solidFill>
            <a:ln w="12700">
              <a:miter lim="400000"/>
            </a:ln>
          </p:spPr>
          <p:txBody>
            <a:bodyPr lIns="28575" tIns="171450" rIns="28575" bIns="28575" anchor="ctr"/>
            <a:lstStyle/>
            <a:p>
              <a:pPr algn="ctr">
                <a:defRPr sz="3000">
                  <a:solidFill>
                    <a:srgbClr val="FFFFFF"/>
                  </a:solidFill>
                </a:defRPr>
              </a:pPr>
              <a:r>
                <a:rPr lang="en-US" sz="2250" b="1" dirty="0">
                  <a:solidFill>
                    <a:schemeClr val="tx1">
                      <a:lumMod val="85000"/>
                      <a:lumOff val="15000"/>
                    </a:schemeClr>
                  </a:solidFill>
                </a:rPr>
                <a:t>01</a:t>
              </a:r>
              <a:endParaRPr sz="2250" b="1" dirty="0">
                <a:solidFill>
                  <a:schemeClr val="tx1">
                    <a:lumMod val="85000"/>
                    <a:lumOff val="15000"/>
                  </a:schemeClr>
                </a:solidFill>
              </a:endParaRPr>
            </a:p>
          </p:txBody>
        </p:sp>
        <p:sp>
          <p:nvSpPr>
            <p:cNvPr id="9" name="Freeform: Shape 8">
              <a:extLst>
                <a:ext uri="{FF2B5EF4-FFF2-40B4-BE49-F238E27FC236}">
                  <a16:creationId xmlns:a16="http://schemas.microsoft.com/office/drawing/2014/main" id="{65608A57-FC59-D714-3FCC-BD8F6CDD2739}"/>
                </a:ext>
              </a:extLst>
            </p:cNvPr>
            <p:cNvSpPr/>
            <p:nvPr/>
          </p:nvSpPr>
          <p:spPr>
            <a:xfrm>
              <a:off x="5901017" y="2213396"/>
              <a:ext cx="921748" cy="380931"/>
            </a:xfrm>
            <a:custGeom>
              <a:avLst/>
              <a:gdLst>
                <a:gd name="connsiteX0" fmla="*/ 524373 w 921748"/>
                <a:gd name="connsiteY0" fmla="*/ 0 h 380931"/>
                <a:gd name="connsiteX1" fmla="*/ 921747 w 921748"/>
                <a:gd name="connsiteY1" fmla="*/ 228015 h 380931"/>
                <a:gd name="connsiteX2" fmla="*/ 921748 w 921748"/>
                <a:gd name="connsiteY2" fmla="*/ 228016 h 380931"/>
                <a:gd name="connsiteX3" fmla="*/ 804813 w 921748"/>
                <a:gd name="connsiteY3" fmla="*/ 380931 h 380931"/>
                <a:gd name="connsiteX4" fmla="*/ 0 w 921748"/>
                <a:gd name="connsiteY4" fmla="*/ 228016 h 380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748" h="380931">
                  <a:moveTo>
                    <a:pt x="524373" y="0"/>
                  </a:moveTo>
                  <a:lnTo>
                    <a:pt x="921747" y="228015"/>
                  </a:lnTo>
                  <a:lnTo>
                    <a:pt x="921748" y="228016"/>
                  </a:lnTo>
                  <a:lnTo>
                    <a:pt x="804813" y="380931"/>
                  </a:lnTo>
                  <a:lnTo>
                    <a:pt x="0" y="228016"/>
                  </a:lnTo>
                  <a:close/>
                </a:path>
              </a:pathLst>
            </a:custGeom>
            <a:solidFill>
              <a:srgbClr val="000000">
                <a:alpha val="30196"/>
              </a:srgbClr>
            </a:solidFill>
            <a:ln w="12700">
              <a:miter lim="400000"/>
            </a:ln>
          </p:spPr>
          <p:txBody>
            <a:bodyPr wrap="square" lIns="28575" tIns="28575" rIns="28575" bIns="28575" anchor="ctr">
              <a:noAutofit/>
            </a:bodyPr>
            <a:lstStyle/>
            <a:p>
              <a:endParaRPr sz="2250">
                <a:solidFill>
                  <a:schemeClr val="tx1">
                    <a:lumMod val="85000"/>
                    <a:lumOff val="15000"/>
                  </a:schemeClr>
                </a:solidFill>
              </a:endParaRPr>
            </a:p>
          </p:txBody>
        </p:sp>
        <p:sp>
          <p:nvSpPr>
            <p:cNvPr id="10" name="Shape">
              <a:extLst>
                <a:ext uri="{FF2B5EF4-FFF2-40B4-BE49-F238E27FC236}">
                  <a16:creationId xmlns:a16="http://schemas.microsoft.com/office/drawing/2014/main" id="{39970566-63FC-B9CE-3363-31631927C2B8}"/>
                </a:ext>
              </a:extLst>
            </p:cNvPr>
            <p:cNvSpPr/>
            <p:nvPr/>
          </p:nvSpPr>
          <p:spPr>
            <a:xfrm>
              <a:off x="5901012" y="1838728"/>
              <a:ext cx="3783225" cy="602686"/>
            </a:xfrm>
            <a:custGeom>
              <a:avLst/>
              <a:gdLst/>
              <a:ahLst/>
              <a:cxnLst>
                <a:cxn ang="0">
                  <a:pos x="wd2" y="hd2"/>
                </a:cxn>
                <a:cxn ang="5400000">
                  <a:pos x="wd2" y="hd2"/>
                </a:cxn>
                <a:cxn ang="10800000">
                  <a:pos x="wd2" y="hd2"/>
                </a:cxn>
                <a:cxn ang="16200000">
                  <a:pos x="wd2" y="hd2"/>
                </a:cxn>
              </a:cxnLst>
              <a:rect l="0" t="0" r="r" b="b"/>
              <a:pathLst>
                <a:path w="21600" h="21600" extrusionOk="0">
                  <a:moveTo>
                    <a:pt x="2631" y="0"/>
                  </a:moveTo>
                  <a:lnTo>
                    <a:pt x="0" y="21600"/>
                  </a:lnTo>
                  <a:lnTo>
                    <a:pt x="18998" y="21600"/>
                  </a:lnTo>
                  <a:lnTo>
                    <a:pt x="21600" y="0"/>
                  </a:lnTo>
                  <a:close/>
                </a:path>
              </a:pathLst>
            </a:custGeom>
            <a:solidFill>
              <a:schemeClr val="accent4"/>
            </a:solidFill>
            <a:ln w="12700">
              <a:miter lim="400000"/>
            </a:ln>
          </p:spPr>
          <p:txBody>
            <a:bodyPr lIns="28575" tIns="28575" rIns="28575" bIns="28575" anchor="ctr"/>
            <a:lstStyle/>
            <a:p>
              <a:pPr algn="ctr">
                <a:defRPr sz="3000">
                  <a:solidFill>
                    <a:srgbClr val="FFFFFF"/>
                  </a:solidFill>
                </a:defRPr>
              </a:pPr>
              <a:r>
                <a:rPr lang="en-US" sz="2250" dirty="0">
                  <a:solidFill>
                    <a:schemeClr val="tx1">
                      <a:lumMod val="85000"/>
                      <a:lumOff val="15000"/>
                    </a:schemeClr>
                  </a:solidFill>
                </a:rPr>
                <a:t>PEO1</a:t>
              </a:r>
            </a:p>
          </p:txBody>
        </p:sp>
      </p:grpSp>
      <p:grpSp>
        <p:nvGrpSpPr>
          <p:cNvPr id="11" name="Group 10">
            <a:extLst>
              <a:ext uri="{FF2B5EF4-FFF2-40B4-BE49-F238E27FC236}">
                <a16:creationId xmlns:a16="http://schemas.microsoft.com/office/drawing/2014/main" id="{B5E1BDA9-3B3F-DB08-18DA-2A6B91D02AF0}"/>
              </a:ext>
            </a:extLst>
          </p:cNvPr>
          <p:cNvGrpSpPr/>
          <p:nvPr/>
        </p:nvGrpSpPr>
        <p:grpSpPr>
          <a:xfrm>
            <a:off x="1804468" y="2881314"/>
            <a:ext cx="2840649" cy="904025"/>
            <a:chOff x="2395432" y="2441414"/>
            <a:chExt cx="3787532" cy="1205367"/>
          </a:xfrm>
        </p:grpSpPr>
        <p:sp>
          <p:nvSpPr>
            <p:cNvPr id="12" name="Shape">
              <a:extLst>
                <a:ext uri="{FF2B5EF4-FFF2-40B4-BE49-F238E27FC236}">
                  <a16:creationId xmlns:a16="http://schemas.microsoft.com/office/drawing/2014/main" id="{17222D96-205C-C80C-A8EF-283679607FB9}"/>
                </a:ext>
              </a:extLst>
            </p:cNvPr>
            <p:cNvSpPr/>
            <p:nvPr/>
          </p:nvSpPr>
          <p:spPr>
            <a:xfrm>
              <a:off x="5261207" y="2441414"/>
              <a:ext cx="921757" cy="12053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10800"/>
                  </a:lnTo>
                  <a:lnTo>
                    <a:pt x="10800" y="21600"/>
                  </a:lnTo>
                  <a:lnTo>
                    <a:pt x="0" y="10800"/>
                  </a:lnTo>
                  <a:close/>
                </a:path>
              </a:pathLst>
            </a:custGeom>
            <a:solidFill>
              <a:schemeClr val="accent6">
                <a:lumMod val="75000"/>
              </a:schemeClr>
            </a:solidFill>
            <a:ln w="12700">
              <a:miter lim="400000"/>
            </a:ln>
          </p:spPr>
          <p:txBody>
            <a:bodyPr lIns="28575" tIns="171450" rIns="28575" bIns="28575" anchor="ctr"/>
            <a:lstStyle/>
            <a:p>
              <a:pPr algn="ctr">
                <a:defRPr sz="3000">
                  <a:solidFill>
                    <a:srgbClr val="FFFFFF"/>
                  </a:solidFill>
                </a:defRPr>
              </a:pPr>
              <a:r>
                <a:rPr lang="en-US" sz="2250" b="1" dirty="0">
                  <a:solidFill>
                    <a:schemeClr val="tx1">
                      <a:lumMod val="85000"/>
                      <a:lumOff val="15000"/>
                    </a:schemeClr>
                  </a:solidFill>
                </a:rPr>
                <a:t>04</a:t>
              </a:r>
              <a:endParaRPr sz="2250" b="1" dirty="0">
                <a:solidFill>
                  <a:schemeClr val="tx1">
                    <a:lumMod val="85000"/>
                    <a:lumOff val="15000"/>
                  </a:schemeClr>
                </a:solidFill>
              </a:endParaRPr>
            </a:p>
          </p:txBody>
        </p:sp>
        <p:sp>
          <p:nvSpPr>
            <p:cNvPr id="13" name="Freeform: Shape 12">
              <a:extLst>
                <a:ext uri="{FF2B5EF4-FFF2-40B4-BE49-F238E27FC236}">
                  <a16:creationId xmlns:a16="http://schemas.microsoft.com/office/drawing/2014/main" id="{2AEE70E2-A948-0058-6F57-ECAD3BD544EC}"/>
                </a:ext>
              </a:extLst>
            </p:cNvPr>
            <p:cNvSpPr/>
            <p:nvPr/>
          </p:nvSpPr>
          <p:spPr>
            <a:xfrm>
              <a:off x="5261208" y="2758941"/>
              <a:ext cx="921756" cy="439079"/>
            </a:xfrm>
            <a:custGeom>
              <a:avLst/>
              <a:gdLst>
                <a:gd name="connsiteX0" fmla="*/ 492627 w 921756"/>
                <a:gd name="connsiteY0" fmla="*/ 0 h 439079"/>
                <a:gd name="connsiteX1" fmla="*/ 921756 w 921756"/>
                <a:gd name="connsiteY1" fmla="*/ 285158 h 439079"/>
                <a:gd name="connsiteX2" fmla="*/ 921755 w 921756"/>
                <a:gd name="connsiteY2" fmla="*/ 285159 h 439079"/>
                <a:gd name="connsiteX3" fmla="*/ 117704 w 921756"/>
                <a:gd name="connsiteY3" fmla="*/ 439079 h 439079"/>
                <a:gd name="connsiteX4" fmla="*/ 0 w 921756"/>
                <a:gd name="connsiteY4" fmla="*/ 285158 h 439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756" h="439079">
                  <a:moveTo>
                    <a:pt x="492627" y="0"/>
                  </a:moveTo>
                  <a:lnTo>
                    <a:pt x="921756" y="285158"/>
                  </a:lnTo>
                  <a:lnTo>
                    <a:pt x="921755" y="285159"/>
                  </a:lnTo>
                  <a:lnTo>
                    <a:pt x="117704" y="439079"/>
                  </a:lnTo>
                  <a:lnTo>
                    <a:pt x="0" y="285158"/>
                  </a:lnTo>
                  <a:close/>
                </a:path>
              </a:pathLst>
            </a:custGeom>
            <a:solidFill>
              <a:srgbClr val="000000">
                <a:alpha val="30196"/>
              </a:srgbClr>
            </a:solidFill>
            <a:ln w="12700">
              <a:miter lim="400000"/>
            </a:ln>
          </p:spPr>
          <p:txBody>
            <a:bodyPr wrap="square" lIns="28575" tIns="28575" rIns="28575" bIns="28575" anchor="ctr">
              <a:noAutofit/>
            </a:bodyPr>
            <a:lstStyle/>
            <a:p>
              <a:pPr>
                <a:defRPr sz="3000">
                  <a:solidFill>
                    <a:srgbClr val="FFFFFF"/>
                  </a:solidFill>
                </a:defRPr>
              </a:pPr>
              <a:endParaRPr sz="2250">
                <a:solidFill>
                  <a:schemeClr val="tx1">
                    <a:lumMod val="85000"/>
                    <a:lumOff val="15000"/>
                  </a:schemeClr>
                </a:solidFill>
              </a:endParaRPr>
            </a:p>
          </p:txBody>
        </p:sp>
        <p:sp>
          <p:nvSpPr>
            <p:cNvPr id="14" name="Shape">
              <a:extLst>
                <a:ext uri="{FF2B5EF4-FFF2-40B4-BE49-F238E27FC236}">
                  <a16:creationId xmlns:a16="http://schemas.microsoft.com/office/drawing/2014/main" id="{12564EA5-D064-187D-43C0-B7F75E8ECF8E}"/>
                </a:ext>
              </a:extLst>
            </p:cNvPr>
            <p:cNvSpPr/>
            <p:nvPr/>
          </p:nvSpPr>
          <p:spPr>
            <a:xfrm>
              <a:off x="2395432" y="2441414"/>
              <a:ext cx="3783225" cy="602686"/>
            </a:xfrm>
            <a:custGeom>
              <a:avLst/>
              <a:gdLst/>
              <a:ahLst/>
              <a:cxnLst>
                <a:cxn ang="0">
                  <a:pos x="wd2" y="hd2"/>
                </a:cxn>
                <a:cxn ang="5400000">
                  <a:pos x="wd2" y="hd2"/>
                </a:cxn>
                <a:cxn ang="10800000">
                  <a:pos x="wd2" y="hd2"/>
                </a:cxn>
                <a:cxn ang="16200000">
                  <a:pos x="wd2" y="hd2"/>
                </a:cxn>
              </a:cxnLst>
              <a:rect l="0" t="0" r="r" b="b"/>
              <a:pathLst>
                <a:path w="21600" h="21600" extrusionOk="0">
                  <a:moveTo>
                    <a:pt x="18969" y="0"/>
                  </a:moveTo>
                  <a:lnTo>
                    <a:pt x="21600" y="21600"/>
                  </a:lnTo>
                  <a:lnTo>
                    <a:pt x="2602" y="21600"/>
                  </a:lnTo>
                  <a:lnTo>
                    <a:pt x="0" y="0"/>
                  </a:lnTo>
                  <a:close/>
                </a:path>
              </a:pathLst>
            </a:custGeom>
            <a:solidFill>
              <a:schemeClr val="accent6"/>
            </a:solidFill>
            <a:ln w="12700">
              <a:miter lim="400000"/>
            </a:ln>
          </p:spPr>
          <p:txBody>
            <a:bodyPr lIns="28575" tIns="28575" rIns="28575" bIns="28575" anchor="ctr"/>
            <a:lstStyle/>
            <a:p>
              <a:pPr algn="ctr">
                <a:defRPr sz="3000">
                  <a:solidFill>
                    <a:srgbClr val="FFFFFF"/>
                  </a:solidFill>
                </a:defRPr>
              </a:pPr>
              <a:r>
                <a:rPr lang="en-US" sz="2250" dirty="0">
                  <a:solidFill>
                    <a:schemeClr val="tx1">
                      <a:lumMod val="85000"/>
                      <a:lumOff val="15000"/>
                    </a:schemeClr>
                  </a:solidFill>
                </a:rPr>
                <a:t>PEO 4</a:t>
              </a:r>
            </a:p>
          </p:txBody>
        </p:sp>
      </p:grpSp>
      <p:grpSp>
        <p:nvGrpSpPr>
          <p:cNvPr id="15" name="Group 14">
            <a:extLst>
              <a:ext uri="{FF2B5EF4-FFF2-40B4-BE49-F238E27FC236}">
                <a16:creationId xmlns:a16="http://schemas.microsoft.com/office/drawing/2014/main" id="{CF113CBD-360D-8A46-F814-D3F10BEBBA1F}"/>
              </a:ext>
            </a:extLst>
          </p:cNvPr>
          <p:cNvGrpSpPr/>
          <p:nvPr/>
        </p:nvGrpSpPr>
        <p:grpSpPr>
          <a:xfrm>
            <a:off x="4498880" y="2250292"/>
            <a:ext cx="2837419" cy="904025"/>
            <a:chOff x="5901012" y="1838728"/>
            <a:chExt cx="3783225" cy="1205367"/>
          </a:xfrm>
        </p:grpSpPr>
        <p:sp>
          <p:nvSpPr>
            <p:cNvPr id="16" name="Shape">
              <a:extLst>
                <a:ext uri="{FF2B5EF4-FFF2-40B4-BE49-F238E27FC236}">
                  <a16:creationId xmlns:a16="http://schemas.microsoft.com/office/drawing/2014/main" id="{61E6CC1C-983D-FC64-8447-DEE92A565DAF}"/>
                </a:ext>
              </a:extLst>
            </p:cNvPr>
            <p:cNvSpPr/>
            <p:nvPr/>
          </p:nvSpPr>
          <p:spPr>
            <a:xfrm>
              <a:off x="5901016" y="1838728"/>
              <a:ext cx="921749" cy="12053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10800"/>
                  </a:lnTo>
                  <a:lnTo>
                    <a:pt x="10800" y="21600"/>
                  </a:lnTo>
                  <a:lnTo>
                    <a:pt x="21600" y="10800"/>
                  </a:lnTo>
                  <a:close/>
                </a:path>
              </a:pathLst>
            </a:custGeom>
            <a:solidFill>
              <a:schemeClr val="accent3">
                <a:lumMod val="75000"/>
              </a:schemeClr>
            </a:solidFill>
            <a:ln w="12700">
              <a:miter lim="400000"/>
            </a:ln>
          </p:spPr>
          <p:txBody>
            <a:bodyPr lIns="28575" tIns="171450" rIns="28575" bIns="28575" anchor="ctr"/>
            <a:lstStyle/>
            <a:p>
              <a:pPr algn="ctr">
                <a:defRPr sz="3000">
                  <a:solidFill>
                    <a:srgbClr val="FFFFFF"/>
                  </a:solidFill>
                </a:defRPr>
              </a:pPr>
              <a:r>
                <a:rPr lang="en-US" sz="2250" b="1" dirty="0">
                  <a:solidFill>
                    <a:schemeClr val="tx1">
                      <a:lumMod val="85000"/>
                      <a:lumOff val="15000"/>
                    </a:schemeClr>
                  </a:solidFill>
                </a:rPr>
                <a:t>03</a:t>
              </a:r>
              <a:endParaRPr sz="2250" b="1" dirty="0">
                <a:solidFill>
                  <a:schemeClr val="tx1">
                    <a:lumMod val="85000"/>
                    <a:lumOff val="15000"/>
                  </a:schemeClr>
                </a:solidFill>
              </a:endParaRPr>
            </a:p>
          </p:txBody>
        </p:sp>
        <p:sp>
          <p:nvSpPr>
            <p:cNvPr id="17" name="Freeform: Shape 16">
              <a:extLst>
                <a:ext uri="{FF2B5EF4-FFF2-40B4-BE49-F238E27FC236}">
                  <a16:creationId xmlns:a16="http://schemas.microsoft.com/office/drawing/2014/main" id="{2C77487D-DC04-8BD5-D1F2-5F045277538B}"/>
                </a:ext>
              </a:extLst>
            </p:cNvPr>
            <p:cNvSpPr/>
            <p:nvPr/>
          </p:nvSpPr>
          <p:spPr>
            <a:xfrm>
              <a:off x="5901017" y="2213396"/>
              <a:ext cx="921748" cy="380931"/>
            </a:xfrm>
            <a:custGeom>
              <a:avLst/>
              <a:gdLst>
                <a:gd name="connsiteX0" fmla="*/ 524373 w 921748"/>
                <a:gd name="connsiteY0" fmla="*/ 0 h 380931"/>
                <a:gd name="connsiteX1" fmla="*/ 921747 w 921748"/>
                <a:gd name="connsiteY1" fmla="*/ 228015 h 380931"/>
                <a:gd name="connsiteX2" fmla="*/ 921748 w 921748"/>
                <a:gd name="connsiteY2" fmla="*/ 228016 h 380931"/>
                <a:gd name="connsiteX3" fmla="*/ 804813 w 921748"/>
                <a:gd name="connsiteY3" fmla="*/ 380931 h 380931"/>
                <a:gd name="connsiteX4" fmla="*/ 0 w 921748"/>
                <a:gd name="connsiteY4" fmla="*/ 228016 h 380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748" h="380931">
                  <a:moveTo>
                    <a:pt x="524373" y="0"/>
                  </a:moveTo>
                  <a:lnTo>
                    <a:pt x="921747" y="228015"/>
                  </a:lnTo>
                  <a:lnTo>
                    <a:pt x="921748" y="228016"/>
                  </a:lnTo>
                  <a:lnTo>
                    <a:pt x="804813" y="380931"/>
                  </a:lnTo>
                  <a:lnTo>
                    <a:pt x="0" y="228016"/>
                  </a:lnTo>
                  <a:close/>
                </a:path>
              </a:pathLst>
            </a:custGeom>
            <a:solidFill>
              <a:srgbClr val="000000">
                <a:alpha val="30196"/>
              </a:srgbClr>
            </a:solidFill>
            <a:ln w="12700">
              <a:miter lim="400000"/>
            </a:ln>
          </p:spPr>
          <p:txBody>
            <a:bodyPr wrap="square" lIns="28575" tIns="28575" rIns="28575" bIns="28575" anchor="ctr">
              <a:noAutofit/>
            </a:bodyPr>
            <a:lstStyle/>
            <a:p>
              <a:endParaRPr sz="2250">
                <a:solidFill>
                  <a:schemeClr val="tx1">
                    <a:lumMod val="85000"/>
                    <a:lumOff val="15000"/>
                  </a:schemeClr>
                </a:solidFill>
              </a:endParaRPr>
            </a:p>
          </p:txBody>
        </p:sp>
        <p:sp>
          <p:nvSpPr>
            <p:cNvPr id="18" name="Shape">
              <a:extLst>
                <a:ext uri="{FF2B5EF4-FFF2-40B4-BE49-F238E27FC236}">
                  <a16:creationId xmlns:a16="http://schemas.microsoft.com/office/drawing/2014/main" id="{48385582-0732-C469-B2EE-961FC0D6931B}"/>
                </a:ext>
              </a:extLst>
            </p:cNvPr>
            <p:cNvSpPr/>
            <p:nvPr/>
          </p:nvSpPr>
          <p:spPr>
            <a:xfrm>
              <a:off x="5901012" y="1838728"/>
              <a:ext cx="3783225" cy="602686"/>
            </a:xfrm>
            <a:custGeom>
              <a:avLst/>
              <a:gdLst/>
              <a:ahLst/>
              <a:cxnLst>
                <a:cxn ang="0">
                  <a:pos x="wd2" y="hd2"/>
                </a:cxn>
                <a:cxn ang="5400000">
                  <a:pos x="wd2" y="hd2"/>
                </a:cxn>
                <a:cxn ang="10800000">
                  <a:pos x="wd2" y="hd2"/>
                </a:cxn>
                <a:cxn ang="16200000">
                  <a:pos x="wd2" y="hd2"/>
                </a:cxn>
              </a:cxnLst>
              <a:rect l="0" t="0" r="r" b="b"/>
              <a:pathLst>
                <a:path w="21600" h="21600" extrusionOk="0">
                  <a:moveTo>
                    <a:pt x="2631" y="0"/>
                  </a:moveTo>
                  <a:lnTo>
                    <a:pt x="0" y="21600"/>
                  </a:lnTo>
                  <a:lnTo>
                    <a:pt x="18998" y="21600"/>
                  </a:lnTo>
                  <a:lnTo>
                    <a:pt x="21600" y="0"/>
                  </a:lnTo>
                  <a:close/>
                </a:path>
              </a:pathLst>
            </a:custGeom>
            <a:solidFill>
              <a:schemeClr val="accent3"/>
            </a:solidFill>
            <a:ln w="12700">
              <a:miter lim="400000"/>
            </a:ln>
          </p:spPr>
          <p:txBody>
            <a:bodyPr lIns="28575" tIns="28575" rIns="28575" bIns="28575" anchor="ctr"/>
            <a:lstStyle/>
            <a:p>
              <a:pPr algn="ctr">
                <a:defRPr sz="3000">
                  <a:solidFill>
                    <a:srgbClr val="FFFFFF"/>
                  </a:solidFill>
                </a:defRPr>
              </a:pPr>
              <a:r>
                <a:rPr lang="en-US" sz="2250" dirty="0">
                  <a:solidFill>
                    <a:schemeClr val="tx1">
                      <a:lumMod val="85000"/>
                      <a:lumOff val="15000"/>
                    </a:schemeClr>
                  </a:solidFill>
                </a:rPr>
                <a:t>PEO 3</a:t>
              </a:r>
            </a:p>
          </p:txBody>
        </p:sp>
      </p:grpSp>
      <p:grpSp>
        <p:nvGrpSpPr>
          <p:cNvPr id="19" name="Group 18">
            <a:extLst>
              <a:ext uri="{FF2B5EF4-FFF2-40B4-BE49-F238E27FC236}">
                <a16:creationId xmlns:a16="http://schemas.microsoft.com/office/drawing/2014/main" id="{F0FD5769-FFF0-EB41-3FB9-5919C5B44981}"/>
              </a:ext>
            </a:extLst>
          </p:cNvPr>
          <p:cNvGrpSpPr/>
          <p:nvPr/>
        </p:nvGrpSpPr>
        <p:grpSpPr>
          <a:xfrm>
            <a:off x="4498879" y="3667010"/>
            <a:ext cx="2837419" cy="904025"/>
            <a:chOff x="5901012" y="1838728"/>
            <a:chExt cx="3783225" cy="1205367"/>
          </a:xfrm>
        </p:grpSpPr>
        <p:sp>
          <p:nvSpPr>
            <p:cNvPr id="20" name="Shape">
              <a:extLst>
                <a:ext uri="{FF2B5EF4-FFF2-40B4-BE49-F238E27FC236}">
                  <a16:creationId xmlns:a16="http://schemas.microsoft.com/office/drawing/2014/main" id="{AC1B2A72-B5C9-7629-6CA0-FEF4DEBB2195}"/>
                </a:ext>
              </a:extLst>
            </p:cNvPr>
            <p:cNvSpPr/>
            <p:nvPr/>
          </p:nvSpPr>
          <p:spPr>
            <a:xfrm>
              <a:off x="5901016" y="1838728"/>
              <a:ext cx="921749" cy="120536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0" y="10800"/>
                  </a:lnTo>
                  <a:lnTo>
                    <a:pt x="10800" y="21600"/>
                  </a:lnTo>
                  <a:lnTo>
                    <a:pt x="21600" y="10800"/>
                  </a:lnTo>
                  <a:close/>
                </a:path>
              </a:pathLst>
            </a:custGeom>
            <a:solidFill>
              <a:schemeClr val="accent2">
                <a:lumMod val="75000"/>
              </a:schemeClr>
            </a:solidFill>
            <a:ln w="12700">
              <a:miter lim="400000"/>
            </a:ln>
          </p:spPr>
          <p:txBody>
            <a:bodyPr lIns="28575" tIns="171450" rIns="28575" bIns="28575" anchor="ctr"/>
            <a:lstStyle/>
            <a:p>
              <a:pPr algn="ctr">
                <a:defRPr sz="3000">
                  <a:solidFill>
                    <a:srgbClr val="FFFFFF"/>
                  </a:solidFill>
                </a:defRPr>
              </a:pPr>
              <a:r>
                <a:rPr lang="en-US" sz="2250" b="1" dirty="0">
                  <a:solidFill>
                    <a:schemeClr val="tx1">
                      <a:lumMod val="85000"/>
                      <a:lumOff val="15000"/>
                    </a:schemeClr>
                  </a:solidFill>
                </a:rPr>
                <a:t>05</a:t>
              </a:r>
              <a:endParaRPr sz="2250" b="1" dirty="0">
                <a:solidFill>
                  <a:schemeClr val="tx1">
                    <a:lumMod val="85000"/>
                    <a:lumOff val="15000"/>
                  </a:schemeClr>
                </a:solidFill>
              </a:endParaRPr>
            </a:p>
          </p:txBody>
        </p:sp>
        <p:sp>
          <p:nvSpPr>
            <p:cNvPr id="21" name="Freeform: Shape 20">
              <a:extLst>
                <a:ext uri="{FF2B5EF4-FFF2-40B4-BE49-F238E27FC236}">
                  <a16:creationId xmlns:a16="http://schemas.microsoft.com/office/drawing/2014/main" id="{067106C8-7F65-7F50-911A-602B95CAC477}"/>
                </a:ext>
              </a:extLst>
            </p:cNvPr>
            <p:cNvSpPr/>
            <p:nvPr/>
          </p:nvSpPr>
          <p:spPr>
            <a:xfrm>
              <a:off x="5901017" y="2213396"/>
              <a:ext cx="921748" cy="380931"/>
            </a:xfrm>
            <a:custGeom>
              <a:avLst/>
              <a:gdLst>
                <a:gd name="connsiteX0" fmla="*/ 524373 w 921748"/>
                <a:gd name="connsiteY0" fmla="*/ 0 h 380931"/>
                <a:gd name="connsiteX1" fmla="*/ 921747 w 921748"/>
                <a:gd name="connsiteY1" fmla="*/ 228015 h 380931"/>
                <a:gd name="connsiteX2" fmla="*/ 921748 w 921748"/>
                <a:gd name="connsiteY2" fmla="*/ 228016 h 380931"/>
                <a:gd name="connsiteX3" fmla="*/ 804813 w 921748"/>
                <a:gd name="connsiteY3" fmla="*/ 380931 h 380931"/>
                <a:gd name="connsiteX4" fmla="*/ 0 w 921748"/>
                <a:gd name="connsiteY4" fmla="*/ 228016 h 380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748" h="380931">
                  <a:moveTo>
                    <a:pt x="524373" y="0"/>
                  </a:moveTo>
                  <a:lnTo>
                    <a:pt x="921747" y="228015"/>
                  </a:lnTo>
                  <a:lnTo>
                    <a:pt x="921748" y="228016"/>
                  </a:lnTo>
                  <a:lnTo>
                    <a:pt x="804813" y="380931"/>
                  </a:lnTo>
                  <a:lnTo>
                    <a:pt x="0" y="228016"/>
                  </a:lnTo>
                  <a:close/>
                </a:path>
              </a:pathLst>
            </a:custGeom>
            <a:solidFill>
              <a:srgbClr val="000000">
                <a:alpha val="30196"/>
              </a:srgbClr>
            </a:solidFill>
            <a:ln w="12700">
              <a:miter lim="400000"/>
            </a:ln>
          </p:spPr>
          <p:txBody>
            <a:bodyPr wrap="square" lIns="28575" tIns="28575" rIns="28575" bIns="28575" anchor="ctr">
              <a:noAutofit/>
            </a:bodyPr>
            <a:lstStyle/>
            <a:p>
              <a:endParaRPr sz="2250">
                <a:solidFill>
                  <a:schemeClr val="tx1">
                    <a:lumMod val="85000"/>
                    <a:lumOff val="15000"/>
                  </a:schemeClr>
                </a:solidFill>
              </a:endParaRPr>
            </a:p>
          </p:txBody>
        </p:sp>
        <p:sp>
          <p:nvSpPr>
            <p:cNvPr id="22" name="Shape">
              <a:extLst>
                <a:ext uri="{FF2B5EF4-FFF2-40B4-BE49-F238E27FC236}">
                  <a16:creationId xmlns:a16="http://schemas.microsoft.com/office/drawing/2014/main" id="{044B3951-A128-E246-5ECD-F9D108820383}"/>
                </a:ext>
              </a:extLst>
            </p:cNvPr>
            <p:cNvSpPr/>
            <p:nvPr/>
          </p:nvSpPr>
          <p:spPr>
            <a:xfrm>
              <a:off x="5901012" y="1838728"/>
              <a:ext cx="3783225" cy="602686"/>
            </a:xfrm>
            <a:custGeom>
              <a:avLst/>
              <a:gdLst/>
              <a:ahLst/>
              <a:cxnLst>
                <a:cxn ang="0">
                  <a:pos x="wd2" y="hd2"/>
                </a:cxn>
                <a:cxn ang="5400000">
                  <a:pos x="wd2" y="hd2"/>
                </a:cxn>
                <a:cxn ang="10800000">
                  <a:pos x="wd2" y="hd2"/>
                </a:cxn>
                <a:cxn ang="16200000">
                  <a:pos x="wd2" y="hd2"/>
                </a:cxn>
              </a:cxnLst>
              <a:rect l="0" t="0" r="r" b="b"/>
              <a:pathLst>
                <a:path w="21600" h="21600" extrusionOk="0">
                  <a:moveTo>
                    <a:pt x="2631" y="0"/>
                  </a:moveTo>
                  <a:lnTo>
                    <a:pt x="0" y="21600"/>
                  </a:lnTo>
                  <a:lnTo>
                    <a:pt x="18998" y="21600"/>
                  </a:lnTo>
                  <a:lnTo>
                    <a:pt x="21600" y="0"/>
                  </a:lnTo>
                  <a:close/>
                </a:path>
              </a:pathLst>
            </a:custGeom>
            <a:solidFill>
              <a:schemeClr val="accent2"/>
            </a:solidFill>
            <a:ln w="12700">
              <a:miter lim="400000"/>
            </a:ln>
          </p:spPr>
          <p:txBody>
            <a:bodyPr lIns="28575" tIns="28575" rIns="28575" bIns="28575" anchor="ctr"/>
            <a:lstStyle/>
            <a:p>
              <a:pPr algn="ctr">
                <a:defRPr sz="3000">
                  <a:solidFill>
                    <a:srgbClr val="FFFFFF"/>
                  </a:solidFill>
                </a:defRPr>
              </a:pPr>
              <a:r>
                <a:rPr lang="en-US" sz="2250" dirty="0">
                  <a:solidFill>
                    <a:schemeClr val="tx1">
                      <a:lumMod val="85000"/>
                      <a:lumOff val="15000"/>
                    </a:schemeClr>
                  </a:solidFill>
                </a:rPr>
                <a:t>PEO 5</a:t>
              </a:r>
            </a:p>
          </p:txBody>
        </p:sp>
      </p:grpSp>
      <p:sp>
        <p:nvSpPr>
          <p:cNvPr id="24" name="TextBox 23">
            <a:extLst>
              <a:ext uri="{FF2B5EF4-FFF2-40B4-BE49-F238E27FC236}">
                <a16:creationId xmlns:a16="http://schemas.microsoft.com/office/drawing/2014/main" id="{DA4FE8F0-E3E7-81A3-0C72-0A08FBF1A567}"/>
              </a:ext>
            </a:extLst>
          </p:cNvPr>
          <p:cNvSpPr txBox="1"/>
          <p:nvPr/>
        </p:nvSpPr>
        <p:spPr>
          <a:xfrm>
            <a:off x="167804" y="2095803"/>
            <a:ext cx="3774291" cy="744243"/>
          </a:xfrm>
          <a:prstGeom prst="rect">
            <a:avLst/>
          </a:prstGeom>
          <a:noFill/>
        </p:spPr>
        <p:txBody>
          <a:bodyPr wrap="square" lIns="0" rIns="0" rtlCol="0" anchor="t">
            <a:spAutoFit/>
          </a:bodyPr>
          <a:lstStyle/>
          <a:p>
            <a:pPr algn="l">
              <a:lnSpc>
                <a:spcPct val="107000"/>
              </a:lnSpc>
              <a:spcAft>
                <a:spcPts val="800"/>
              </a:spcAft>
            </a:pPr>
            <a:r>
              <a:rPr lang="en-IN" sz="800" dirty="0">
                <a:effectLst/>
              </a:rPr>
              <a:t>To prepare learners to solve business-</a:t>
            </a:r>
            <a:r>
              <a:rPr lang="en-IN" sz="800" dirty="0" err="1">
                <a:effectLst/>
              </a:rPr>
              <a:t>centered</a:t>
            </a:r>
            <a:r>
              <a:rPr lang="en-IN" sz="800" dirty="0">
                <a:effectLst/>
              </a:rPr>
              <a:t> problems by identifying, analyzing, developing, and implementing information system-based solutions with modern      programming tools. To encourage learners to use best practices and implement      technologies to enhance information security and enable compliance, ensuring      confidentiality, information integrity, and availability.</a:t>
            </a:r>
            <a:endParaRPr lang="en-IN" sz="700" dirty="0">
              <a:effectLst/>
              <a:latin typeface="Calibri" panose="020F0502020204030204" pitchFamily="34" charset="0"/>
              <a:ea typeface="Calibri" panose="020F0502020204030204" pitchFamily="34" charset="0"/>
            </a:endParaRPr>
          </a:p>
        </p:txBody>
      </p:sp>
      <p:sp>
        <p:nvSpPr>
          <p:cNvPr id="25" name="TextBox 24">
            <a:extLst>
              <a:ext uri="{FF2B5EF4-FFF2-40B4-BE49-F238E27FC236}">
                <a16:creationId xmlns:a16="http://schemas.microsoft.com/office/drawing/2014/main" id="{9C6E719A-E839-AC11-CCD3-93D88F1CA7F8}"/>
              </a:ext>
            </a:extLst>
          </p:cNvPr>
          <p:cNvSpPr txBox="1"/>
          <p:nvPr/>
        </p:nvSpPr>
        <p:spPr>
          <a:xfrm>
            <a:off x="110734" y="3374596"/>
            <a:ext cx="3888432" cy="529440"/>
          </a:xfrm>
          <a:prstGeom prst="rect">
            <a:avLst/>
          </a:prstGeom>
          <a:noFill/>
        </p:spPr>
        <p:txBody>
          <a:bodyPr wrap="square" lIns="0" rIns="0" rtlCol="0" anchor="t">
            <a:spAutoFit/>
          </a:bodyPr>
          <a:lstStyle/>
          <a:p>
            <a:pPr algn="l">
              <a:lnSpc>
                <a:spcPct val="107000"/>
              </a:lnSpc>
              <a:spcAft>
                <a:spcPts val="800"/>
              </a:spcAft>
            </a:pPr>
            <a:r>
              <a:rPr lang="en-IN" sz="900" dirty="0">
                <a:effectLst/>
              </a:rPr>
              <a:t>To introduce learners to ethical codes and guidelines including professional, ethical, legal and public policy issues to perform excellence, show leadership skills and demonstrate good citizenship</a:t>
            </a:r>
            <a:endParaRPr lang="en-IN" sz="800" dirty="0">
              <a:effectLst/>
              <a:latin typeface="Calibri" panose="020F0502020204030204" pitchFamily="34" charset="0"/>
              <a:ea typeface="Calibri" panose="020F0502020204030204" pitchFamily="34" charset="0"/>
            </a:endParaRPr>
          </a:p>
        </p:txBody>
      </p:sp>
      <p:sp>
        <p:nvSpPr>
          <p:cNvPr id="26" name="TextBox 25">
            <a:extLst>
              <a:ext uri="{FF2B5EF4-FFF2-40B4-BE49-F238E27FC236}">
                <a16:creationId xmlns:a16="http://schemas.microsoft.com/office/drawing/2014/main" id="{A70630EE-E69E-0574-78F7-89BCDE9FDA57}"/>
              </a:ext>
            </a:extLst>
          </p:cNvPr>
          <p:cNvSpPr txBox="1"/>
          <p:nvPr/>
        </p:nvSpPr>
        <p:spPr>
          <a:xfrm>
            <a:off x="5190197" y="1730363"/>
            <a:ext cx="3774291" cy="529440"/>
          </a:xfrm>
          <a:prstGeom prst="rect">
            <a:avLst/>
          </a:prstGeom>
          <a:noFill/>
        </p:spPr>
        <p:txBody>
          <a:bodyPr wrap="square" lIns="0" rIns="0" rtlCol="0" anchor="t">
            <a:spAutoFit/>
          </a:bodyPr>
          <a:lstStyle/>
          <a:p>
            <a:pPr algn="l">
              <a:lnSpc>
                <a:spcPct val="107000"/>
              </a:lnSpc>
              <a:spcAft>
                <a:spcPts val="800"/>
              </a:spcAft>
            </a:pPr>
            <a:r>
              <a:rPr lang="en-IN" sz="900" dirty="0">
                <a:effectLst/>
              </a:rPr>
              <a:t>To provide learners with Core Competence in mathematical, scientific and basic engineering fundamentals necessary to formulate, analyse and        solve hardware/software engineering problems.</a:t>
            </a:r>
            <a:endParaRPr lang="en-IN" sz="800" dirty="0">
              <a:effectLst/>
              <a:latin typeface="Calibri" panose="020F0502020204030204" pitchFamily="34" charset="0"/>
              <a:ea typeface="Calibri" panose="020F0502020204030204" pitchFamily="34" charset="0"/>
            </a:endParaRPr>
          </a:p>
        </p:txBody>
      </p:sp>
      <p:sp>
        <p:nvSpPr>
          <p:cNvPr id="27" name="TextBox 26">
            <a:extLst>
              <a:ext uri="{FF2B5EF4-FFF2-40B4-BE49-F238E27FC236}">
                <a16:creationId xmlns:a16="http://schemas.microsoft.com/office/drawing/2014/main" id="{09DD65BC-A81F-A49C-BF01-0B5F0D84D04F}"/>
              </a:ext>
            </a:extLst>
          </p:cNvPr>
          <p:cNvSpPr txBox="1"/>
          <p:nvPr/>
        </p:nvSpPr>
        <p:spPr>
          <a:xfrm>
            <a:off x="5160293" y="2790594"/>
            <a:ext cx="3960441" cy="744243"/>
          </a:xfrm>
          <a:prstGeom prst="rect">
            <a:avLst/>
          </a:prstGeom>
          <a:noFill/>
        </p:spPr>
        <p:txBody>
          <a:bodyPr wrap="square" lIns="0" rIns="0" rtlCol="0" anchor="t">
            <a:spAutoFit/>
          </a:bodyPr>
          <a:lstStyle/>
          <a:p>
            <a:pPr algn="l">
              <a:lnSpc>
                <a:spcPct val="107000"/>
              </a:lnSpc>
              <a:spcAft>
                <a:spcPts val="800"/>
              </a:spcAft>
            </a:pPr>
            <a:r>
              <a:rPr lang="en-IN" sz="800" dirty="0">
                <a:effectLst/>
              </a:rPr>
              <a:t> To prepare learners for successful career in Indian and Multinational Organizations,     Identify and evaluate current and emerging technologies. To provide our graduates with learning environment  awareness of the life-long learning. To motivate students to        pursue it throughout their career and higher studies. To encourage and motivate           learners for Research &amp; Development and entrepreneurship. </a:t>
            </a:r>
            <a:endParaRPr lang="en-IN" sz="700" dirty="0">
              <a:effectLst/>
              <a:latin typeface="Calibri" panose="020F0502020204030204" pitchFamily="34" charset="0"/>
              <a:ea typeface="Calibri" panose="020F0502020204030204" pitchFamily="34" charset="0"/>
            </a:endParaRPr>
          </a:p>
        </p:txBody>
      </p:sp>
      <p:sp>
        <p:nvSpPr>
          <p:cNvPr id="28" name="TextBox 27">
            <a:extLst>
              <a:ext uri="{FF2B5EF4-FFF2-40B4-BE49-F238E27FC236}">
                <a16:creationId xmlns:a16="http://schemas.microsoft.com/office/drawing/2014/main" id="{E9EDCEA6-92B6-9384-6AD2-ABBF542CBB1C}"/>
              </a:ext>
            </a:extLst>
          </p:cNvPr>
          <p:cNvSpPr txBox="1"/>
          <p:nvPr/>
        </p:nvSpPr>
        <p:spPr>
          <a:xfrm>
            <a:off x="5160293" y="4098823"/>
            <a:ext cx="3486259" cy="825803"/>
          </a:xfrm>
          <a:prstGeom prst="rect">
            <a:avLst/>
          </a:prstGeom>
          <a:noFill/>
        </p:spPr>
        <p:txBody>
          <a:bodyPr wrap="square" lIns="0" rIns="0" rtlCol="0" anchor="t">
            <a:spAutoFit/>
          </a:bodyPr>
          <a:lstStyle/>
          <a:p>
            <a:pPr algn="l">
              <a:lnSpc>
                <a:spcPct val="107000"/>
              </a:lnSpc>
              <a:spcAft>
                <a:spcPts val="800"/>
              </a:spcAft>
            </a:pPr>
            <a:r>
              <a:rPr lang="en-IN" sz="900" dirty="0">
                <a:effectLst/>
              </a:rPr>
              <a:t>To develop effective written and oral communication skills to interact with clients, users, co-workers and managers.  To enable learners to work as part of teams on multidisciplinary projects and diverse         professional environments to accomplish a common goal by               integrating personal initiative and group cooperation.</a:t>
            </a:r>
            <a:endParaRPr lang="en-IN" sz="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11734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383A22A-5036-5974-6F32-30AE01CC515C}"/>
              </a:ext>
            </a:extLst>
          </p:cNvPr>
          <p:cNvGraphicFramePr/>
          <p:nvPr>
            <p:extLst>
              <p:ext uri="{D42A27DB-BD31-4B8C-83A1-F6EECF244321}">
                <p14:modId xmlns:p14="http://schemas.microsoft.com/office/powerpoint/2010/main" val="1861149501"/>
              </p:ext>
            </p:extLst>
          </p:nvPr>
        </p:nvGraphicFramePr>
        <p:xfrm>
          <a:off x="1691680" y="597069"/>
          <a:ext cx="6576392" cy="4480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CD12D83E-8B2F-B7F6-8791-58E89C90F1C6}"/>
              </a:ext>
            </a:extLst>
          </p:cNvPr>
          <p:cNvSpPr txBox="1"/>
          <p:nvPr/>
        </p:nvSpPr>
        <p:spPr>
          <a:xfrm>
            <a:off x="1619672" y="51470"/>
            <a:ext cx="4572000" cy="461665"/>
          </a:xfrm>
          <a:prstGeom prst="rect">
            <a:avLst/>
          </a:prstGeom>
          <a:noFill/>
        </p:spPr>
        <p:txBody>
          <a:bodyPr wrap="square">
            <a:spAutoFit/>
          </a:bodyPr>
          <a:lstStyle/>
          <a:p>
            <a:r>
              <a:rPr lang="en-IN" sz="2400" dirty="0">
                <a:solidFill>
                  <a:srgbClr val="0070C0"/>
                </a:solidFill>
              </a:rPr>
              <a:t>Presentation Overview</a:t>
            </a:r>
          </a:p>
        </p:txBody>
      </p:sp>
    </p:spTree>
    <p:extLst>
      <p:ext uri="{BB962C8B-B14F-4D97-AF65-F5344CB8AC3E}">
        <p14:creationId xmlns:p14="http://schemas.microsoft.com/office/powerpoint/2010/main" val="273230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867BBCC-D1A4-DA9C-B0A7-A5313E69EC18}"/>
              </a:ext>
            </a:extLst>
          </p:cNvPr>
          <p:cNvSpPr>
            <a:spLocks noGrp="1"/>
          </p:cNvSpPr>
          <p:nvPr>
            <p:ph type="title"/>
          </p:nvPr>
        </p:nvSpPr>
        <p:spPr>
          <a:xfrm>
            <a:off x="1049708" y="339502"/>
            <a:ext cx="7853782" cy="560923"/>
          </a:xfrm>
        </p:spPr>
        <p:txBody>
          <a:bodyPr/>
          <a:lstStyle/>
          <a:p>
            <a:r>
              <a:rPr lang="en-US" dirty="0">
                <a:latin typeface="Rockwell" panose="02060603020205020403" pitchFamily="18" charset="0"/>
                <a:ea typeface="Times New Roman" panose="02020603050405020304"/>
                <a:cs typeface="Times New Roman" panose="02020603050405020304" pitchFamily="18" charset="0"/>
                <a:sym typeface="Times New Roman" panose="02020603050405020304"/>
              </a:rPr>
              <a:t>Project Overview and Background</a:t>
            </a:r>
            <a:endParaRPr lang="en-IN" dirty="0">
              <a:latin typeface="Rockwell" panose="02060603020205020403"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173D9BB-EAE5-D6D6-7C6B-45E210D389B0}"/>
              </a:ext>
            </a:extLst>
          </p:cNvPr>
          <p:cNvSpPr>
            <a:spLocks noGrp="1"/>
          </p:cNvSpPr>
          <p:nvPr>
            <p:ph type="body" sz="quarter" idx="10"/>
          </p:nvPr>
        </p:nvSpPr>
        <p:spPr>
          <a:xfrm>
            <a:off x="539552" y="1491630"/>
            <a:ext cx="8363938" cy="2895664"/>
          </a:xfrm>
        </p:spPr>
        <p:txBody>
          <a:bodyPr/>
          <a:lstStyle/>
          <a:p>
            <a:pPr marL="28829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Need:</a:t>
            </a:r>
            <a:r>
              <a:rPr lang="en-US" sz="1600" dirty="0">
                <a:latin typeface="Times New Roman" panose="02020603050405020304" pitchFamily="18" charset="0"/>
                <a:cs typeface="Times New Roman" panose="02020603050405020304" pitchFamily="18" charset="0"/>
              </a:rPr>
              <a:t> Unified detection for multi-modal (Image + Audio) forgeries to prevent financial fraud and identity theft.</a:t>
            </a:r>
          </a:p>
          <a:p>
            <a:pPr marL="28829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Context:</a:t>
            </a:r>
            <a:r>
              <a:rPr lang="en-US" sz="1600" dirty="0">
                <a:latin typeface="Times New Roman" panose="02020603050405020304" pitchFamily="18" charset="0"/>
                <a:cs typeface="Times New Roman" panose="02020603050405020304" pitchFamily="18" charset="0"/>
              </a:rPr>
              <a:t> Deepfakes emerged in 2017; current AI now generates hyper-realistic content that bypasses traditional security.</a:t>
            </a:r>
          </a:p>
          <a:p>
            <a:pPr marL="28829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Impact:</a:t>
            </a:r>
            <a:r>
              <a:rPr lang="en-US" sz="1600" dirty="0">
                <a:latin typeface="Times New Roman" panose="02020603050405020304" pitchFamily="18" charset="0"/>
                <a:cs typeface="Times New Roman" panose="02020603050405020304" pitchFamily="18" charset="0"/>
              </a:rPr>
              <a:t> Escalating threats to biometric authentication (Face/Voice ID) and the spread of high-stakes misinformation.</a:t>
            </a:r>
          </a:p>
          <a:p>
            <a:pPr marL="28829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Gaps:</a:t>
            </a:r>
            <a:r>
              <a:rPr lang="en-US" sz="1600" dirty="0">
                <a:latin typeface="Times New Roman" panose="02020603050405020304" pitchFamily="18" charset="0"/>
                <a:cs typeface="Times New Roman" panose="02020603050405020304" pitchFamily="18" charset="0"/>
              </a:rPr>
              <a:t> Existing systems are "Single-Mode" (Audio </a:t>
            </a:r>
            <a:r>
              <a:rPr lang="en-US" sz="1600" i="1" dirty="0">
                <a:latin typeface="Times New Roman" panose="02020603050405020304" pitchFamily="18" charset="0"/>
                <a:cs typeface="Times New Roman" panose="02020603050405020304" pitchFamily="18" charset="0"/>
              </a:rPr>
              <a:t>or</a:t>
            </a:r>
            <a:r>
              <a:rPr lang="en-US" sz="1600" dirty="0">
                <a:latin typeface="Times New Roman" panose="02020603050405020304" pitchFamily="18" charset="0"/>
                <a:cs typeface="Times New Roman" panose="02020603050405020304" pitchFamily="18" charset="0"/>
              </a:rPr>
              <a:t> Video) and look for outdated artifacts like blinking patterns.</a:t>
            </a:r>
          </a:p>
          <a:p>
            <a:pPr marL="28829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Our Solution:</a:t>
            </a:r>
            <a:r>
              <a:rPr lang="en-US" sz="1600" dirty="0">
                <a:latin typeface="Times New Roman" panose="02020603050405020304" pitchFamily="18" charset="0"/>
                <a:cs typeface="Times New Roman" panose="02020603050405020304" pitchFamily="18" charset="0"/>
              </a:rPr>
              <a:t> A robust, dual-analysis system designed to detect modern deepfakes that "single-mode" systems miss.</a:t>
            </a:r>
          </a:p>
          <a:p>
            <a:pPr marL="0"/>
            <a:endParaRPr lang="en-US" sz="1500" dirty="0">
              <a:gradFill>
                <a:gsLst>
                  <a:gs pos="0">
                    <a:srgbClr val="E30000"/>
                  </a:gs>
                  <a:gs pos="100000">
                    <a:srgbClr val="760303"/>
                  </a:gs>
                </a:gsLst>
                <a:lin scaled="0"/>
              </a:gra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56935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4B1A-5F6F-0BD9-862D-4506E10EEE6B}"/>
              </a:ext>
            </a:extLst>
          </p:cNvPr>
          <p:cNvSpPr>
            <a:spLocks noGrp="1"/>
          </p:cNvSpPr>
          <p:nvPr>
            <p:ph type="title"/>
          </p:nvPr>
        </p:nvSpPr>
        <p:spPr>
          <a:xfrm>
            <a:off x="971600" y="267494"/>
            <a:ext cx="7925790" cy="609398"/>
          </a:xfrm>
        </p:spPr>
        <p:txBody>
          <a:bodyPr/>
          <a:lstStyle/>
          <a:p>
            <a:r>
              <a:rPr lang="en-US" sz="4400" dirty="0">
                <a:latin typeface="Rockwell" panose="02060603020205020403" pitchFamily="18" charset="0"/>
                <a:ea typeface="Times New Roman" panose="02020603050405020304"/>
                <a:cs typeface="Calibri" panose="020F0502020204030204" charset="0"/>
                <a:sym typeface="Times New Roman" panose="02020603050405020304"/>
              </a:rPr>
              <a:t>Problem Statement</a:t>
            </a:r>
            <a:endParaRPr lang="en-IN" dirty="0">
              <a:latin typeface="Rockwell" panose="02060603020205020403" pitchFamily="18" charset="0"/>
            </a:endParaRPr>
          </a:p>
        </p:txBody>
      </p:sp>
      <p:sp>
        <p:nvSpPr>
          <p:cNvPr id="3" name="Text Placeholder 2">
            <a:extLst>
              <a:ext uri="{FF2B5EF4-FFF2-40B4-BE49-F238E27FC236}">
                <a16:creationId xmlns:a16="http://schemas.microsoft.com/office/drawing/2014/main" id="{63E787AC-4C0C-8038-1517-A4E6DDCE1871}"/>
              </a:ext>
            </a:extLst>
          </p:cNvPr>
          <p:cNvSpPr>
            <a:spLocks noGrp="1"/>
          </p:cNvSpPr>
          <p:nvPr>
            <p:ph type="body" sz="quarter" idx="10"/>
          </p:nvPr>
        </p:nvSpPr>
        <p:spPr>
          <a:xfrm>
            <a:off x="389436" y="1085850"/>
            <a:ext cx="8363938" cy="2290371"/>
          </a:xfrm>
        </p:spPr>
        <p:txBody>
          <a:bodyPr/>
          <a:lstStyle/>
          <a:p>
            <a:pPr algn="just"/>
            <a:r>
              <a:rPr lang="en-US" sz="1600" dirty="0">
                <a:latin typeface="Times New Roman" panose="02020603050405020304" pitchFamily="18" charset="0"/>
                <a:cs typeface="Times New Roman" panose="02020603050405020304" pitchFamily="18" charset="0"/>
              </a:rPr>
              <a:t>The rapid evolution of Generative AI has moved beyond simple digital editing to create hyper-realistic deepfakes that seamlessly integrate manipulated imagery with cloned audio, making them indistinguishable to human observation and traditional security systems. Existing detection methods are largely "single-mode," focusing on isolated visual or auditory artifacts that modern AI has already learned to correct, leaving a critical gap in our digital defenses. This technological lag creates significant risks for financial fraud, identity theft, and the compromise of biometric authentication. Consequently, there is an urgent need for a unified, dual-analysis detection system capable of identifying cross-modal inconsistencies to provide a robust defense against the next generation of multi-modal AI forgeries.</a:t>
            </a:r>
          </a:p>
          <a:p>
            <a:pPr algn="just"/>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6794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FEFE-0209-63AE-4C57-4913DC8CF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8BF39-6732-1AE1-3CB3-1E5631D08FA9}"/>
              </a:ext>
            </a:extLst>
          </p:cNvPr>
          <p:cNvSpPr>
            <a:spLocks noGrp="1"/>
          </p:cNvSpPr>
          <p:nvPr>
            <p:ph type="title"/>
          </p:nvPr>
        </p:nvSpPr>
        <p:spPr>
          <a:xfrm>
            <a:off x="827584" y="171451"/>
            <a:ext cx="7925790" cy="609398"/>
          </a:xfrm>
        </p:spPr>
        <p:txBody>
          <a:bodyPr/>
          <a:lstStyle/>
          <a:p>
            <a:pPr lvl="0"/>
            <a:r>
              <a:rPr lang="en-US" sz="4400" dirty="0">
                <a:latin typeface="Rockwell" panose="02060603020205020403" pitchFamily="18" charset="0"/>
                <a:ea typeface="Times New Roman" panose="02020603050405020304"/>
                <a:cs typeface="Calibri" panose="020F0502020204030204" charset="0"/>
                <a:sym typeface="Times New Roman" panose="02020603050405020304"/>
              </a:rPr>
              <a:t>Project objectives and scope</a:t>
            </a:r>
          </a:p>
        </p:txBody>
      </p:sp>
      <p:sp>
        <p:nvSpPr>
          <p:cNvPr id="3" name="Text Placeholder 2">
            <a:extLst>
              <a:ext uri="{FF2B5EF4-FFF2-40B4-BE49-F238E27FC236}">
                <a16:creationId xmlns:a16="http://schemas.microsoft.com/office/drawing/2014/main" id="{E6DE342A-FFC6-90C9-22EF-2DFEBCB7B873}"/>
              </a:ext>
            </a:extLst>
          </p:cNvPr>
          <p:cNvSpPr>
            <a:spLocks noGrp="1"/>
          </p:cNvSpPr>
          <p:nvPr>
            <p:ph type="body" sz="quarter" idx="10"/>
          </p:nvPr>
        </p:nvSpPr>
        <p:spPr>
          <a:xfrm>
            <a:off x="389436" y="1085850"/>
            <a:ext cx="8363938" cy="2575064"/>
          </a:xfrm>
        </p:spPr>
        <p:txBody>
          <a:bodyPr/>
          <a:lstStyle/>
          <a:p>
            <a:pPr marL="28829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develop a lightweight, efficient platform that allows users to upload and verify audio and image files independently.</a:t>
            </a:r>
          </a:p>
          <a:p>
            <a:pPr marL="28829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implement an Ensemble-based Framework (CNNs +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to stay ahead of rapidly advancing deepfake generation models.</a:t>
            </a:r>
          </a:p>
          <a:p>
            <a:pPr marL="28829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integrate specialized Audio Forensic capabilities using MFCC feature extraction and Random Forest classification.</a:t>
            </a:r>
          </a:p>
          <a:p>
            <a:pPr marL="28829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create a comprehensive Flask-based web dashboard that serves as a one-stop platform for investigators to upload and receive instant results.</a:t>
            </a:r>
          </a:p>
          <a:p>
            <a:pPr marL="459740" indent="-45720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11441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C7E1E-E84D-F93F-F605-30F66A61B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5DB6E-68BE-F047-B197-AD3B6405FBE6}"/>
              </a:ext>
            </a:extLst>
          </p:cNvPr>
          <p:cNvSpPr>
            <a:spLocks noGrp="1"/>
          </p:cNvSpPr>
          <p:nvPr>
            <p:ph type="title"/>
          </p:nvPr>
        </p:nvSpPr>
        <p:spPr>
          <a:xfrm>
            <a:off x="899592" y="336642"/>
            <a:ext cx="6916239" cy="560923"/>
          </a:xfrm>
        </p:spPr>
        <p:txBody>
          <a:bodyPr wrap="square" anchor="t">
            <a:normAutofit/>
          </a:bodyPr>
          <a:lstStyle/>
          <a:p>
            <a:r>
              <a:rPr lang="en-US" b="1" dirty="0">
                <a:latin typeface="Rockwell Condensed" panose="02060603050405020104" pitchFamily="18" charset="0"/>
              </a:rPr>
              <a:t>  Literature Review</a:t>
            </a:r>
          </a:p>
        </p:txBody>
      </p:sp>
      <p:graphicFrame>
        <p:nvGraphicFramePr>
          <p:cNvPr id="7" name="Table 6">
            <a:extLst>
              <a:ext uri="{FF2B5EF4-FFF2-40B4-BE49-F238E27FC236}">
                <a16:creationId xmlns:a16="http://schemas.microsoft.com/office/drawing/2014/main" id="{7299EEB0-951E-0FE9-D595-C98B24AECEED}"/>
              </a:ext>
            </a:extLst>
          </p:cNvPr>
          <p:cNvGraphicFramePr>
            <a:graphicFrameLocks noGrp="1"/>
          </p:cNvGraphicFramePr>
          <p:nvPr>
            <p:extLst>
              <p:ext uri="{D42A27DB-BD31-4B8C-83A1-F6EECF244321}">
                <p14:modId xmlns:p14="http://schemas.microsoft.com/office/powerpoint/2010/main" val="63898736"/>
              </p:ext>
            </p:extLst>
          </p:nvPr>
        </p:nvGraphicFramePr>
        <p:xfrm>
          <a:off x="683568" y="1059582"/>
          <a:ext cx="7920880" cy="3747276"/>
        </p:xfrm>
        <a:graphic>
          <a:graphicData uri="http://schemas.openxmlformats.org/drawingml/2006/table">
            <a:tbl>
              <a:tblPr/>
              <a:tblGrid>
                <a:gridCol w="1584176">
                  <a:extLst>
                    <a:ext uri="{9D8B030D-6E8A-4147-A177-3AD203B41FA5}">
                      <a16:colId xmlns:a16="http://schemas.microsoft.com/office/drawing/2014/main" val="729228970"/>
                    </a:ext>
                  </a:extLst>
                </a:gridCol>
                <a:gridCol w="1584176">
                  <a:extLst>
                    <a:ext uri="{9D8B030D-6E8A-4147-A177-3AD203B41FA5}">
                      <a16:colId xmlns:a16="http://schemas.microsoft.com/office/drawing/2014/main" val="1685631871"/>
                    </a:ext>
                  </a:extLst>
                </a:gridCol>
                <a:gridCol w="1584176">
                  <a:extLst>
                    <a:ext uri="{9D8B030D-6E8A-4147-A177-3AD203B41FA5}">
                      <a16:colId xmlns:a16="http://schemas.microsoft.com/office/drawing/2014/main" val="2324060097"/>
                    </a:ext>
                  </a:extLst>
                </a:gridCol>
                <a:gridCol w="1584176">
                  <a:extLst>
                    <a:ext uri="{9D8B030D-6E8A-4147-A177-3AD203B41FA5}">
                      <a16:colId xmlns:a16="http://schemas.microsoft.com/office/drawing/2014/main" val="1168622711"/>
                    </a:ext>
                  </a:extLst>
                </a:gridCol>
                <a:gridCol w="1584176">
                  <a:extLst>
                    <a:ext uri="{9D8B030D-6E8A-4147-A177-3AD203B41FA5}">
                      <a16:colId xmlns:a16="http://schemas.microsoft.com/office/drawing/2014/main" val="1384671848"/>
                    </a:ext>
                  </a:extLst>
                </a:gridCol>
              </a:tblGrid>
              <a:tr h="424008">
                <a:tc>
                  <a:txBody>
                    <a:bodyPr/>
                    <a:lstStyle/>
                    <a:p>
                      <a:pPr>
                        <a:buNone/>
                      </a:pPr>
                      <a:r>
                        <a:rPr lang="en-IN" sz="1300" dirty="0">
                          <a:solidFill>
                            <a:schemeClr val="bg1"/>
                          </a:solidFill>
                          <a:latin typeface="+mj-lt"/>
                          <a:cs typeface="Times New Roman" panose="02020603050405020304" pitchFamily="18" charset="0"/>
                        </a:rPr>
                        <a:t>Authors &amp; Year</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buNone/>
                      </a:pPr>
                      <a:r>
                        <a:rPr lang="en-IN" sz="1300">
                          <a:solidFill>
                            <a:schemeClr val="bg1"/>
                          </a:solidFill>
                          <a:latin typeface="+mj-lt"/>
                          <a:cs typeface="Times New Roman" panose="02020603050405020304" pitchFamily="18" charset="0"/>
                        </a:rPr>
                        <a:t>Paper Title</a:t>
                      </a:r>
                      <a:endParaRPr lang="en-IN" sz="1300" dirty="0">
                        <a:solidFill>
                          <a:schemeClr val="bg1"/>
                        </a:solidFill>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buNone/>
                      </a:pPr>
                      <a:r>
                        <a:rPr lang="en-IN" sz="1300">
                          <a:solidFill>
                            <a:schemeClr val="bg1"/>
                          </a:solidFill>
                          <a:latin typeface="+mj-lt"/>
                          <a:cs typeface="Times New Roman" panose="02020603050405020304" pitchFamily="18" charset="0"/>
                        </a:rPr>
                        <a:t>Domain</a:t>
                      </a:r>
                      <a:endParaRPr lang="en-IN" sz="1300" dirty="0">
                        <a:solidFill>
                          <a:schemeClr val="bg1"/>
                        </a:solidFill>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buNone/>
                      </a:pPr>
                      <a:r>
                        <a:rPr lang="en-IN" sz="1300">
                          <a:solidFill>
                            <a:schemeClr val="bg1"/>
                          </a:solidFill>
                          <a:latin typeface="+mj-lt"/>
                          <a:cs typeface="Times New Roman" panose="02020603050405020304" pitchFamily="18" charset="0"/>
                        </a:rPr>
                        <a:t>Methodology / Algorithms</a:t>
                      </a:r>
                      <a:endParaRPr lang="en-IN" sz="1300" dirty="0">
                        <a:solidFill>
                          <a:schemeClr val="bg1"/>
                        </a:solidFill>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buNone/>
                      </a:pPr>
                      <a:r>
                        <a:rPr lang="en-IN" sz="1300" dirty="0">
                          <a:solidFill>
                            <a:schemeClr val="bg1"/>
                          </a:solidFill>
                          <a:latin typeface="+mj-lt"/>
                          <a:cs typeface="Times New Roman" panose="02020603050405020304" pitchFamily="18" charset="0"/>
                        </a:rPr>
                        <a:t>Key Findings &amp; Results</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277059920"/>
                  </a:ext>
                </a:extLst>
              </a:tr>
              <a:tr h="697510">
                <a:tc>
                  <a:txBody>
                    <a:bodyPr/>
                    <a:lstStyle/>
                    <a:p>
                      <a:pPr>
                        <a:buNone/>
                      </a:pPr>
                      <a:r>
                        <a:rPr lang="en-IN" sz="1100" b="1">
                          <a:latin typeface="+mj-lt"/>
                          <a:cs typeface="Times New Roman" panose="02020603050405020304" pitchFamily="18" charset="0"/>
                        </a:rPr>
                        <a:t>Shah &amp; Parekh (2024)</a:t>
                      </a:r>
                      <a:endParaRPr lang="en-IN"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Detecting Deepfake: Audio, Video &amp; Image using DL</a:t>
                      </a:r>
                      <a:endParaRPr lang="en-US"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Audio, Video, Image</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Mel-spectrograms + ML/DL training</a:t>
                      </a:r>
                      <a:endParaRPr lang="en-IN"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High trade-off between complexity and precision.</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11076621"/>
                  </a:ext>
                </a:extLst>
              </a:tr>
              <a:tr h="697510">
                <a:tc>
                  <a:txBody>
                    <a:bodyPr/>
                    <a:lstStyle/>
                    <a:p>
                      <a:pPr>
                        <a:buNone/>
                      </a:pPr>
                      <a:r>
                        <a:rPr lang="en-IN" sz="1100" b="1">
                          <a:latin typeface="+mj-lt"/>
                          <a:cs typeface="Times New Roman" panose="02020603050405020304" pitchFamily="18" charset="0"/>
                        </a:rPr>
                        <a:t>Mcuba et al. (2023)</a:t>
                      </a:r>
                      <a:endParaRPr lang="en-IN" sz="110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dirty="0">
                          <a:latin typeface="+mj-lt"/>
                          <a:cs typeface="Times New Roman" panose="02020603050405020304" pitchFamily="18" charset="0"/>
                        </a:rPr>
                        <a:t>Effect of DL Methods on Deepfake Audio Detection</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Audio</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MFCC, Chromagram, Spectrograms; VGG-16 vs. Custom</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Custom Architecture excelled with Spectrograms.</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42662655"/>
                  </a:ext>
                </a:extLst>
              </a:tr>
              <a:tr h="530370">
                <a:tc>
                  <a:txBody>
                    <a:bodyPr/>
                    <a:lstStyle/>
                    <a:p>
                      <a:pPr>
                        <a:buNone/>
                      </a:pPr>
                      <a:r>
                        <a:rPr lang="en-IN" sz="1100" b="1">
                          <a:latin typeface="+mj-lt"/>
                          <a:cs typeface="Times New Roman" panose="02020603050405020304" pitchFamily="18" charset="0"/>
                        </a:rPr>
                        <a:t>Huang et al. (2023)</a:t>
                      </a:r>
                      <a:endParaRPr lang="en-IN" sz="110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Implicit Identity Driven Deepfake Face Swapping</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Image (Face Swap)</a:t>
                      </a:r>
                      <a:endParaRPr lang="en-IN"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Implicit Identity Framework (EIC/IIE loss) + CosFace</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Identity differences are strong forgery indicators.</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80555924"/>
                  </a:ext>
                </a:extLst>
              </a:tr>
              <a:tr h="697510">
                <a:tc>
                  <a:txBody>
                    <a:bodyPr/>
                    <a:lstStyle/>
                    <a:p>
                      <a:pPr>
                        <a:buNone/>
                      </a:pPr>
                      <a:r>
                        <a:rPr lang="en-IN" sz="1100" b="1">
                          <a:latin typeface="+mj-lt"/>
                          <a:cs typeface="Times New Roman" panose="02020603050405020304" pitchFamily="18" charset="0"/>
                        </a:rPr>
                        <a:t>Rana et al. (2022)</a:t>
                      </a:r>
                      <a:endParaRPr lang="en-IN" sz="110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Deepfake Detection: A Systematic Literature Review</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Multi-modal</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SLR of 112 articles (DL, ML, Blockchain)</a:t>
                      </a:r>
                      <a:endParaRPr lang="en-US"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DL methods (CNN, LSTM) make up 77% of research.</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44130769"/>
                  </a:ext>
                </a:extLst>
              </a:tr>
              <a:tr h="697510">
                <a:tc>
                  <a:txBody>
                    <a:bodyPr/>
                    <a:lstStyle/>
                    <a:p>
                      <a:pPr>
                        <a:buNone/>
                      </a:pPr>
                      <a:r>
                        <a:rPr lang="en-IN" sz="1100" b="1">
                          <a:latin typeface="+mj-lt"/>
                          <a:cs typeface="Times New Roman" panose="02020603050405020304" pitchFamily="18" charset="0"/>
                        </a:rPr>
                        <a:t>Dang et al. (2020)</a:t>
                      </a:r>
                      <a:endParaRPr lang="en-IN" sz="110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On the Detection of Digital Face Manipulation</a:t>
                      </a:r>
                      <a:endParaRPr lang="en-US"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100">
                          <a:latin typeface="+mj-lt"/>
                          <a:cs typeface="Times New Roman" panose="02020603050405020304" pitchFamily="18" charset="0"/>
                        </a:rPr>
                        <a:t>Image &amp; Video</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a:latin typeface="+mj-lt"/>
                          <a:cs typeface="Times New Roman" panose="02020603050405020304" pitchFamily="18" charset="0"/>
                        </a:rPr>
                        <a:t>Attention Mechanism to localize manipulation</a:t>
                      </a:r>
                      <a:endParaRPr lang="en-US" sz="1100" dirty="0">
                        <a:latin typeface="+mj-lt"/>
                        <a:cs typeface="Times New Roman" panose="02020603050405020304" pitchFamily="18" charset="0"/>
                      </a:endParaRP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100" dirty="0">
                          <a:latin typeface="+mj-lt"/>
                          <a:cs typeface="Times New Roman" panose="02020603050405020304" pitchFamily="18" charset="0"/>
                        </a:rPr>
                        <a:t>Attention maps accurately highlight fake regions.</a:t>
                      </a:r>
                    </a:p>
                  </a:txBody>
                  <a:tcPr marL="29037" marR="29037" marT="14519" marB="14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69093863"/>
                  </a:ext>
                </a:extLst>
              </a:tr>
            </a:tbl>
          </a:graphicData>
        </a:graphic>
      </p:graphicFrame>
    </p:spTree>
    <p:extLst>
      <p:ext uri="{BB962C8B-B14F-4D97-AF65-F5344CB8AC3E}">
        <p14:creationId xmlns:p14="http://schemas.microsoft.com/office/powerpoint/2010/main" val="20491181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AB928A-045F-492E-3006-C7E29E0E3051}"/>
              </a:ext>
            </a:extLst>
          </p:cNvPr>
          <p:cNvSpPr>
            <a:spLocks noGrp="1"/>
          </p:cNvSpPr>
          <p:nvPr>
            <p:ph sz="quarter" idx="10"/>
          </p:nvPr>
        </p:nvSpPr>
        <p:spPr>
          <a:xfrm>
            <a:off x="755576" y="753247"/>
            <a:ext cx="7992888" cy="4161652"/>
          </a:xfrm>
        </p:spPr>
        <p:txBody>
          <a:bodyPr/>
          <a:lstStyle/>
          <a:p>
            <a:pPr algn="just"/>
            <a:r>
              <a:rPr lang="en-US" sz="1400" dirty="0">
                <a:latin typeface="Times New Roman" panose="02020603050405020304" pitchFamily="18" charset="0"/>
                <a:cs typeface="Times New Roman" panose="02020603050405020304" pitchFamily="18" charset="0"/>
              </a:rPr>
              <a:t>This project is built upon the foundational </a:t>
            </a:r>
            <a:r>
              <a:rPr lang="en-US" sz="1350" dirty="0">
                <a:latin typeface="Times New Roman" panose="02020603050405020304" pitchFamily="18" charset="0"/>
                <a:cs typeface="Times New Roman" panose="02020603050405020304" pitchFamily="18" charset="0"/>
              </a:rPr>
              <a:t>methodologies</a:t>
            </a:r>
            <a:r>
              <a:rPr lang="en-US" sz="1400" dirty="0">
                <a:latin typeface="Times New Roman" panose="02020603050405020304" pitchFamily="18" charset="0"/>
                <a:cs typeface="Times New Roman" panose="02020603050405020304" pitchFamily="18" charset="0"/>
              </a:rPr>
              <a:t> and research findings of the following key papers:</a:t>
            </a:r>
          </a:p>
          <a:p>
            <a:pPr algn="just"/>
            <a:r>
              <a:rPr lang="en-US" sz="1400" b="1" dirty="0">
                <a:latin typeface="Times New Roman" panose="02020603050405020304" pitchFamily="18" charset="0"/>
                <a:cs typeface="Times New Roman" panose="02020603050405020304" pitchFamily="18" charset="0"/>
              </a:rPr>
              <a:t>Detecting Deepfake: Audio, Video &amp; Image using Deep Learning Technique</a:t>
            </a:r>
            <a:endParaRPr lang="en-US"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Nirav K. Shah, Arpit B. Parekh (2024)</a:t>
            </a:r>
          </a:p>
          <a:p>
            <a:pPr lvl="1" algn="just"/>
            <a:r>
              <a:rPr lang="en-US" sz="1400" b="1" dirty="0">
                <a:latin typeface="Times New Roman" panose="02020603050405020304" pitchFamily="18" charset="0"/>
                <a:cs typeface="Times New Roman" panose="02020603050405020304" pitchFamily="18" charset="0"/>
              </a:rPr>
              <a:t>Relevance:</a:t>
            </a:r>
            <a:r>
              <a:rPr lang="en-US" sz="1400" dirty="0">
                <a:latin typeface="Times New Roman" panose="02020603050405020304" pitchFamily="18" charset="0"/>
                <a:cs typeface="Times New Roman" panose="02020603050405020304" pitchFamily="18" charset="0"/>
              </a:rPr>
              <a:t> Provides the framework for unified multi-modal detection (Audio/Video/Image) which is the core of our project.</a:t>
            </a:r>
          </a:p>
          <a:p>
            <a:pPr algn="just"/>
            <a:r>
              <a:rPr lang="en-US" sz="1400" b="1" dirty="0">
                <a:latin typeface="Times New Roman" panose="02020603050405020304" pitchFamily="18" charset="0"/>
                <a:cs typeface="Times New Roman" panose="02020603050405020304" pitchFamily="18" charset="0"/>
              </a:rPr>
              <a:t>The Effect of Deep Learning Methods on Deepfake Audio Detection</a:t>
            </a:r>
            <a:endParaRPr lang="en-US"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Mvelo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Mcuba</a:t>
            </a:r>
            <a:r>
              <a:rPr lang="en-US" sz="1400" dirty="0">
                <a:latin typeface="Times New Roman" panose="02020603050405020304" pitchFamily="18" charset="0"/>
                <a:cs typeface="Times New Roman" panose="02020603050405020304" pitchFamily="18" charset="0"/>
              </a:rPr>
              <a:t> et al. (2023)</a:t>
            </a:r>
          </a:p>
          <a:p>
            <a:pPr lvl="1" algn="just"/>
            <a:r>
              <a:rPr lang="en-US" sz="1400" b="1" dirty="0">
                <a:latin typeface="Times New Roman" panose="02020603050405020304" pitchFamily="18" charset="0"/>
                <a:cs typeface="Times New Roman" panose="02020603050405020304" pitchFamily="18" charset="0"/>
              </a:rPr>
              <a:t>Relevance:</a:t>
            </a:r>
            <a:r>
              <a:rPr lang="en-US" sz="1400" dirty="0">
                <a:latin typeface="Times New Roman" panose="02020603050405020304" pitchFamily="18" charset="0"/>
                <a:cs typeface="Times New Roman" panose="02020603050405020304" pitchFamily="18" charset="0"/>
              </a:rPr>
              <a:t> Established the use of MFCC and Spectrograms for audio forensics, which we use for our "Auditory" module.</a:t>
            </a:r>
          </a:p>
          <a:p>
            <a:pPr algn="just"/>
            <a:r>
              <a:rPr lang="en-US" sz="1400" b="1" dirty="0">
                <a:latin typeface="Times New Roman" panose="02020603050405020304" pitchFamily="18" charset="0"/>
                <a:cs typeface="Times New Roman" panose="02020603050405020304" pitchFamily="18" charset="0"/>
              </a:rPr>
              <a:t>Implicit Identity Driven Deepfake Face Swapping Detection</a:t>
            </a:r>
            <a:endParaRPr lang="en-US"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Baojin</a:t>
            </a:r>
            <a:r>
              <a:rPr lang="en-US" sz="1400" dirty="0">
                <a:latin typeface="Times New Roman" panose="02020603050405020304" pitchFamily="18" charset="0"/>
                <a:cs typeface="Times New Roman" panose="02020603050405020304" pitchFamily="18" charset="0"/>
              </a:rPr>
              <a:t> Huang et al. (2023)</a:t>
            </a:r>
          </a:p>
          <a:p>
            <a:pPr lvl="1" algn="just"/>
            <a:r>
              <a:rPr lang="en-US" sz="1400" b="1" dirty="0">
                <a:latin typeface="Times New Roman" panose="02020603050405020304" pitchFamily="18" charset="0"/>
                <a:cs typeface="Times New Roman" panose="02020603050405020304" pitchFamily="18" charset="0"/>
              </a:rPr>
              <a:t>Relevance:</a:t>
            </a:r>
            <a:r>
              <a:rPr lang="en-US" sz="1400" dirty="0">
                <a:latin typeface="Times New Roman" panose="02020603050405020304" pitchFamily="18" charset="0"/>
                <a:cs typeface="Times New Roman" panose="02020603050405020304" pitchFamily="18" charset="0"/>
              </a:rPr>
              <a:t> A top-tier CVPR conference paper that provides the logic for detecting pixel-level facial inconsistencies.</a:t>
            </a:r>
          </a:p>
          <a:p>
            <a:pPr algn="just"/>
            <a:r>
              <a:rPr lang="en-US" sz="1400" b="1" dirty="0">
                <a:latin typeface="Times New Roman" panose="02020603050405020304" pitchFamily="18" charset="0"/>
                <a:cs typeface="Times New Roman" panose="02020603050405020304" pitchFamily="18" charset="0"/>
              </a:rPr>
              <a:t>Deepfake Detection: A Systematic Literature Review</a:t>
            </a:r>
            <a:endParaRPr lang="en-US" sz="1400" dirty="0">
              <a:latin typeface="Times New Roman" panose="02020603050405020304" pitchFamily="18" charset="0"/>
              <a:cs typeface="Times New Roman" panose="02020603050405020304" pitchFamily="18" charset="0"/>
            </a:endParaRPr>
          </a:p>
          <a:p>
            <a:pPr lvl="1" algn="just"/>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Md Shohel Rana et al. (2022)</a:t>
            </a:r>
          </a:p>
          <a:p>
            <a:pPr lvl="1" algn="just"/>
            <a:r>
              <a:rPr lang="en-US" sz="1400" b="1" dirty="0">
                <a:latin typeface="Times New Roman" panose="02020603050405020304" pitchFamily="18" charset="0"/>
                <a:cs typeface="Times New Roman" panose="02020603050405020304" pitchFamily="18" charset="0"/>
              </a:rPr>
              <a:t>Relevance:</a:t>
            </a:r>
            <a:r>
              <a:rPr lang="en-US" sz="1400" dirty="0">
                <a:latin typeface="Times New Roman" panose="02020603050405020304" pitchFamily="18" charset="0"/>
                <a:cs typeface="Times New Roman" panose="02020603050405020304" pitchFamily="18" charset="0"/>
              </a:rPr>
              <a:t> A comprehensive review that justifies our choice of CNN and LSTM architectures as the most effective current standards.</a:t>
            </a:r>
          </a:p>
          <a:p>
            <a:pPr marL="0" indent="0" algn="just">
              <a:buNone/>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60A15DD-3CD5-67BE-2F25-35C49F123613}"/>
              </a:ext>
            </a:extLst>
          </p:cNvPr>
          <p:cNvSpPr>
            <a:spLocks noGrp="1"/>
          </p:cNvSpPr>
          <p:nvPr>
            <p:ph type="title"/>
          </p:nvPr>
        </p:nvSpPr>
        <p:spPr>
          <a:xfrm>
            <a:off x="1237162" y="228601"/>
            <a:ext cx="7799334" cy="997196"/>
          </a:xfrm>
        </p:spPr>
        <p:txBody>
          <a:bodyPr/>
          <a:lstStyle/>
          <a:p>
            <a:r>
              <a:rPr lang="en-IN" sz="3600" dirty="0">
                <a:latin typeface="Rockwell" panose="02060603020205020403" pitchFamily="18" charset="0"/>
              </a:rPr>
              <a:t>Base Papers (Journal/ Conference)</a:t>
            </a:r>
          </a:p>
        </p:txBody>
      </p:sp>
    </p:spTree>
    <p:extLst>
      <p:ext uri="{BB962C8B-B14F-4D97-AF65-F5344CB8AC3E}">
        <p14:creationId xmlns:p14="http://schemas.microsoft.com/office/powerpoint/2010/main" val="36137413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21E9-0AF3-09B0-EDBF-54E176768649}"/>
              </a:ext>
            </a:extLst>
          </p:cNvPr>
          <p:cNvSpPr>
            <a:spLocks noGrp="1"/>
          </p:cNvSpPr>
          <p:nvPr>
            <p:ph type="title"/>
          </p:nvPr>
        </p:nvSpPr>
        <p:spPr>
          <a:xfrm>
            <a:off x="971600" y="171451"/>
            <a:ext cx="7781774" cy="560923"/>
          </a:xfrm>
        </p:spPr>
        <p:txBody>
          <a:bodyPr/>
          <a:lstStyle/>
          <a:p>
            <a:r>
              <a:rPr lang="en-IN" b="1" dirty="0"/>
              <a:t>Proposed System Architecture</a:t>
            </a:r>
          </a:p>
        </p:txBody>
      </p:sp>
      <p:sp>
        <p:nvSpPr>
          <p:cNvPr id="3" name="Text Placeholder 2">
            <a:extLst>
              <a:ext uri="{FF2B5EF4-FFF2-40B4-BE49-F238E27FC236}">
                <a16:creationId xmlns:a16="http://schemas.microsoft.com/office/drawing/2014/main" id="{C4634E41-784C-AC8F-A703-8BD833315D0A}"/>
              </a:ext>
            </a:extLst>
          </p:cNvPr>
          <p:cNvSpPr>
            <a:spLocks noGrp="1"/>
          </p:cNvSpPr>
          <p:nvPr>
            <p:ph type="body" sz="quarter" idx="10"/>
          </p:nvPr>
        </p:nvSpPr>
        <p:spPr>
          <a:xfrm>
            <a:off x="389436" y="1085850"/>
            <a:ext cx="8363938" cy="3772828"/>
          </a:xfrm>
        </p:spPr>
        <p:txBody>
          <a:bodyPr/>
          <a:lstStyle/>
          <a:p>
            <a:r>
              <a:rPr lang="en-US" sz="1800" b="1" dirty="0">
                <a:solidFill>
                  <a:schemeClr val="tx1"/>
                </a:solidFill>
              </a:rPr>
              <a:t>System Architecture Diagram: </a:t>
            </a:r>
            <a:r>
              <a:rPr lang="en-US" sz="1800" dirty="0">
                <a:solidFill>
                  <a:schemeClr val="tx1"/>
                </a:solidFill>
              </a:rPr>
              <a:t>A block or layered diagram showing main components (e.g., user interface, database, application logic, external systems, sensors, cloud, etc.) and their interactions.</a:t>
            </a:r>
          </a:p>
          <a:p>
            <a:r>
              <a:rPr lang="en-US" sz="1800" b="1" dirty="0">
                <a:solidFill>
                  <a:schemeClr val="tx1"/>
                </a:solidFill>
              </a:rPr>
              <a:t>Brief Description: </a:t>
            </a:r>
            <a:r>
              <a:rPr lang="en-US" sz="1800" dirty="0">
                <a:solidFill>
                  <a:schemeClr val="tx1"/>
                </a:solidFill>
              </a:rPr>
              <a:t>2-3 lines summarizing how the system operates, the roles of major modules, and the flow of data between components.</a:t>
            </a:r>
          </a:p>
          <a:p>
            <a:r>
              <a:rPr lang="en-US" sz="1800" b="1" dirty="0">
                <a:solidFill>
                  <a:schemeClr val="tx1"/>
                </a:solidFill>
              </a:rPr>
              <a:t>Key Modules/Blocks: </a:t>
            </a:r>
            <a:r>
              <a:rPr lang="en-US" sz="1800" dirty="0">
                <a:solidFill>
                  <a:schemeClr val="tx1"/>
                </a:solidFill>
              </a:rPr>
              <a:t>Label and briefly describe each major module (e.g., Data Acquisition, Processing, Storage, Analytics, Communication, Security).</a:t>
            </a:r>
          </a:p>
          <a:p>
            <a:r>
              <a:rPr lang="en-US" sz="1800" b="1" dirty="0">
                <a:solidFill>
                  <a:schemeClr val="tx1"/>
                </a:solidFill>
              </a:rPr>
              <a:t>Data Flow: </a:t>
            </a:r>
            <a:r>
              <a:rPr lang="en-US" sz="1800" dirty="0">
                <a:solidFill>
                  <a:schemeClr val="tx1"/>
                </a:solidFill>
              </a:rPr>
              <a:t>Indicate the direction and nature of data (input, output, feedback, etc.) through arrows or lines in the diagram.</a:t>
            </a:r>
          </a:p>
          <a:p>
            <a:r>
              <a:rPr lang="en-US" sz="1800" b="1" dirty="0">
                <a:solidFill>
                  <a:schemeClr val="tx1"/>
                </a:solidFill>
              </a:rPr>
              <a:t>Technology Stack (optional): </a:t>
            </a:r>
            <a:r>
              <a:rPr lang="en-US" sz="1800" dirty="0">
                <a:solidFill>
                  <a:schemeClr val="tx1"/>
                </a:solidFill>
              </a:rPr>
              <a:t>Mention core technologies (e.g., languages, platforms, communication protocols) if relevant.</a:t>
            </a:r>
          </a:p>
          <a:p>
            <a:r>
              <a:rPr lang="en-US" sz="1800" b="1" dirty="0">
                <a:solidFill>
                  <a:schemeClr val="tx1"/>
                </a:solidFill>
              </a:rPr>
              <a:t>Assumptions/Constraints (optional): </a:t>
            </a:r>
            <a:r>
              <a:rPr lang="en-US" sz="1800" dirty="0">
                <a:solidFill>
                  <a:schemeClr val="tx1"/>
                </a:solidFill>
              </a:rPr>
              <a:t>List any important constraints, like network dependency, hardware limitations, scalability targets.</a:t>
            </a:r>
            <a:endParaRPr lang="en-IN" sz="1800" dirty="0">
              <a:solidFill>
                <a:schemeClr val="tx1"/>
              </a:solidFill>
            </a:endParaRPr>
          </a:p>
        </p:txBody>
      </p:sp>
    </p:spTree>
    <p:extLst>
      <p:ext uri="{BB962C8B-B14F-4D97-AF65-F5344CB8AC3E}">
        <p14:creationId xmlns:p14="http://schemas.microsoft.com/office/powerpoint/2010/main" val="205563954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BEA4-588E-E531-DEAE-48BBF8472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C4D61-4523-F0BE-6A40-8803889425A3}"/>
              </a:ext>
            </a:extLst>
          </p:cNvPr>
          <p:cNvSpPr>
            <a:spLocks noGrp="1"/>
          </p:cNvSpPr>
          <p:nvPr>
            <p:ph type="title"/>
          </p:nvPr>
        </p:nvSpPr>
        <p:spPr>
          <a:xfrm>
            <a:off x="971600" y="171451"/>
            <a:ext cx="7781774" cy="560923"/>
          </a:xfrm>
        </p:spPr>
        <p:txBody>
          <a:bodyPr/>
          <a:lstStyle/>
          <a:p>
            <a:pPr algn="ctr"/>
            <a:r>
              <a:rPr lang="en-IN" dirty="0">
                <a:latin typeface="Rockwell" panose="02060603020205020403" pitchFamily="18" charset="0"/>
              </a:rPr>
              <a:t>Proposed System Architecture</a:t>
            </a:r>
          </a:p>
        </p:txBody>
      </p:sp>
      <p:pic>
        <p:nvPicPr>
          <p:cNvPr id="9" name="Picture 8">
            <a:extLst>
              <a:ext uri="{FF2B5EF4-FFF2-40B4-BE49-F238E27FC236}">
                <a16:creationId xmlns:a16="http://schemas.microsoft.com/office/drawing/2014/main" id="{D0ADBDC4-4002-BC0B-375B-E1817DE35BDD}"/>
              </a:ext>
            </a:extLst>
          </p:cNvPr>
          <p:cNvPicPr>
            <a:picLocks noChangeAspect="1"/>
          </p:cNvPicPr>
          <p:nvPr/>
        </p:nvPicPr>
        <p:blipFill>
          <a:blip r:embed="rId2"/>
          <a:srcRect t="10800"/>
          <a:stretch>
            <a:fillRect/>
          </a:stretch>
        </p:blipFill>
        <p:spPr>
          <a:xfrm>
            <a:off x="1911772" y="1131590"/>
            <a:ext cx="5320455" cy="3693765"/>
          </a:xfrm>
          <a:prstGeom prst="rect">
            <a:avLst/>
          </a:prstGeom>
        </p:spPr>
      </p:pic>
    </p:spTree>
    <p:extLst>
      <p:ext uri="{BB962C8B-B14F-4D97-AF65-F5344CB8AC3E}">
        <p14:creationId xmlns:p14="http://schemas.microsoft.com/office/powerpoint/2010/main" val="17184835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6EA9-4397-589C-ADDE-0594EA9EF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0AAE0-5848-3A54-7DD3-88E157D63C61}"/>
              </a:ext>
            </a:extLst>
          </p:cNvPr>
          <p:cNvSpPr>
            <a:spLocks noGrp="1"/>
          </p:cNvSpPr>
          <p:nvPr>
            <p:ph type="title"/>
          </p:nvPr>
        </p:nvSpPr>
        <p:spPr>
          <a:xfrm>
            <a:off x="971600" y="171451"/>
            <a:ext cx="7781774" cy="560923"/>
          </a:xfrm>
        </p:spPr>
        <p:txBody>
          <a:bodyPr/>
          <a:lstStyle/>
          <a:p>
            <a:pPr algn="ctr"/>
            <a:r>
              <a:rPr lang="en-IN" dirty="0">
                <a:latin typeface="Rockwell" panose="02060603020205020403" pitchFamily="18" charset="0"/>
              </a:rPr>
              <a:t>Methodology</a:t>
            </a:r>
          </a:p>
        </p:txBody>
      </p:sp>
      <p:pic>
        <p:nvPicPr>
          <p:cNvPr id="4" name="Picture 3">
            <a:extLst>
              <a:ext uri="{FF2B5EF4-FFF2-40B4-BE49-F238E27FC236}">
                <a16:creationId xmlns:a16="http://schemas.microsoft.com/office/drawing/2014/main" id="{2FEABF7E-FCA1-EF30-ED07-161A2CED1A7B}"/>
              </a:ext>
            </a:extLst>
          </p:cNvPr>
          <p:cNvPicPr>
            <a:picLocks noChangeAspect="1"/>
          </p:cNvPicPr>
          <p:nvPr/>
        </p:nvPicPr>
        <p:blipFill>
          <a:blip r:embed="rId2"/>
          <a:stretch>
            <a:fillRect/>
          </a:stretch>
        </p:blipFill>
        <p:spPr>
          <a:xfrm>
            <a:off x="1115616" y="1049097"/>
            <a:ext cx="6288310" cy="3555597"/>
          </a:xfrm>
          <a:prstGeom prst="rect">
            <a:avLst/>
          </a:prstGeom>
        </p:spPr>
      </p:pic>
    </p:spTree>
    <p:extLst>
      <p:ext uri="{BB962C8B-B14F-4D97-AF65-F5344CB8AC3E}">
        <p14:creationId xmlns:p14="http://schemas.microsoft.com/office/powerpoint/2010/main" val="15291830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486AF-D4E1-918E-8772-C03497C8A431}"/>
              </a:ext>
            </a:extLst>
          </p:cNvPr>
          <p:cNvSpPr>
            <a:spLocks noGrp="1"/>
          </p:cNvSpPr>
          <p:nvPr>
            <p:ph type="title"/>
          </p:nvPr>
        </p:nvSpPr>
        <p:spPr>
          <a:xfrm>
            <a:off x="899592" y="171451"/>
            <a:ext cx="7853782" cy="560923"/>
          </a:xfrm>
        </p:spPr>
        <p:txBody>
          <a:bodyPr/>
          <a:lstStyle/>
          <a:p>
            <a:pPr algn="ctr"/>
            <a:r>
              <a:rPr lang="en-IN" dirty="0">
                <a:latin typeface="Rockwell" panose="02060603020205020403" pitchFamily="18" charset="0"/>
              </a:rPr>
              <a:t>Methodology</a:t>
            </a:r>
            <a:r>
              <a:rPr lang="en-IN" b="1" dirty="0"/>
              <a:t> </a:t>
            </a:r>
          </a:p>
        </p:txBody>
      </p:sp>
      <p:sp>
        <p:nvSpPr>
          <p:cNvPr id="3" name="Text Placeholder 2">
            <a:extLst>
              <a:ext uri="{FF2B5EF4-FFF2-40B4-BE49-F238E27FC236}">
                <a16:creationId xmlns:a16="http://schemas.microsoft.com/office/drawing/2014/main" id="{F2340BF7-9A62-5E01-6CB6-16E368986308}"/>
              </a:ext>
            </a:extLst>
          </p:cNvPr>
          <p:cNvSpPr>
            <a:spLocks noGrp="1"/>
          </p:cNvSpPr>
          <p:nvPr>
            <p:ph type="body" sz="quarter" idx="10"/>
          </p:nvPr>
        </p:nvSpPr>
        <p:spPr>
          <a:xfrm>
            <a:off x="390031" y="1275606"/>
            <a:ext cx="8363938" cy="3403496"/>
          </a:xfrm>
        </p:spPr>
        <p:txBody>
          <a:bodyPr/>
          <a:lstStyle/>
          <a:p>
            <a:pPr marL="28829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Media Handling:</a:t>
            </a:r>
            <a:r>
              <a:rPr lang="en-IN" sz="1600" dirty="0">
                <a:latin typeface="Times New Roman" panose="02020603050405020304" pitchFamily="18" charset="0"/>
                <a:cs typeface="Times New Roman" panose="02020603050405020304" pitchFamily="18" charset="0"/>
              </a:rPr>
              <a:t> Specialized upload zones for Image and Audio media types, with format-specific validation.</a:t>
            </a:r>
          </a:p>
          <a:p>
            <a:pPr marL="28829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Feature Extraction:</a:t>
            </a:r>
            <a:r>
              <a:rPr lang="en-IN" sz="1600" dirty="0">
                <a:latin typeface="Times New Roman" panose="02020603050405020304" pitchFamily="18" charset="0"/>
                <a:cs typeface="Times New Roman" panose="02020603050405020304" pitchFamily="18" charset="0"/>
              </a:rPr>
              <a:t> Face localization/alignment for images; MFCC statistical extraction (mean/std) for audio signals.</a:t>
            </a:r>
          </a:p>
          <a:p>
            <a:pPr marL="28829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Dedicated Pipelines:</a:t>
            </a:r>
            <a:endParaRPr lang="en-IN" sz="1600" dirty="0">
              <a:latin typeface="Times New Roman" panose="02020603050405020304" pitchFamily="18" charset="0"/>
              <a:cs typeface="Times New Roman" panose="02020603050405020304" pitchFamily="18" charset="0"/>
            </a:endParaRPr>
          </a:p>
          <a:p>
            <a:pPr marL="288290" lvl="1"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Image Pipeline:</a:t>
            </a:r>
            <a:r>
              <a:rPr lang="en-IN" sz="1600" dirty="0">
                <a:latin typeface="Times New Roman" panose="02020603050405020304" pitchFamily="18" charset="0"/>
                <a:cs typeface="Times New Roman" panose="02020603050405020304" pitchFamily="18" charset="0"/>
              </a:rPr>
              <a:t> Inference via an Ensemble of Custom CNN (</a:t>
            </a:r>
            <a:r>
              <a:rPr lang="en-IN" sz="1600" dirty="0" err="1">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and ResNet-50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with accuracy up to 89%.</a:t>
            </a:r>
          </a:p>
          <a:p>
            <a:pPr marL="288290" lvl="1"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Audio Pipeline:</a:t>
            </a:r>
            <a:r>
              <a:rPr lang="en-IN" sz="1600" dirty="0">
                <a:latin typeface="Times New Roman" panose="02020603050405020304" pitchFamily="18" charset="0"/>
                <a:cs typeface="Times New Roman" panose="02020603050405020304" pitchFamily="18" charset="0"/>
              </a:rPr>
              <a:t> Inference using a Random Forest classifier trained on 48 MFCC-derived features with 82% accuracy.</a:t>
            </a:r>
          </a:p>
          <a:p>
            <a:pPr marL="28829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Platform Integration:</a:t>
            </a:r>
            <a:r>
              <a:rPr lang="en-IN" sz="1600" dirty="0">
                <a:latin typeface="Times New Roman" panose="02020603050405020304" pitchFamily="18" charset="0"/>
                <a:cs typeface="Times New Roman" panose="02020603050405020304" pitchFamily="18" charset="0"/>
              </a:rPr>
              <a:t> Integrated inference engines for </a:t>
            </a:r>
            <a:r>
              <a:rPr lang="en-IN" sz="1600" dirty="0" err="1">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PyTorch</a:t>
            </a:r>
            <a:r>
              <a:rPr lang="en-IN" sz="1600" dirty="0">
                <a:latin typeface="Times New Roman" panose="02020603050405020304" pitchFamily="18" charset="0"/>
                <a:cs typeface="Times New Roman" panose="02020603050405020304" pitchFamily="18" charset="0"/>
              </a:rPr>
              <a:t>, and Scikit-Learn into a cohesive Flask backend.</a:t>
            </a:r>
          </a:p>
          <a:p>
            <a:pPr marL="288290" indent="-28575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Deployment:</a:t>
            </a:r>
            <a:r>
              <a:rPr lang="en-IN" sz="1600" dirty="0">
                <a:latin typeface="Times New Roman" panose="02020603050405020304" pitchFamily="18" charset="0"/>
                <a:cs typeface="Times New Roman" panose="02020603050405020304" pitchFamily="18" charset="0"/>
              </a:rPr>
              <a:t> Containerized via Docker and hosted on Hugging Face Spaces for real-time accessibility.</a:t>
            </a:r>
          </a:p>
          <a:p>
            <a:pPr marL="288290" indent="-28575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23187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89E4-B833-8F34-0505-CAF1052C4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46A1A-8CB6-3776-ABC7-03D409653140}"/>
              </a:ext>
            </a:extLst>
          </p:cNvPr>
          <p:cNvSpPr>
            <a:spLocks noGrp="1"/>
          </p:cNvSpPr>
          <p:nvPr>
            <p:ph type="title"/>
          </p:nvPr>
        </p:nvSpPr>
        <p:spPr>
          <a:xfrm>
            <a:off x="1043608" y="171451"/>
            <a:ext cx="7709766" cy="560923"/>
          </a:xfrm>
        </p:spPr>
        <p:txBody>
          <a:bodyPr/>
          <a:lstStyle/>
          <a:p>
            <a:r>
              <a:rPr lang="en-US" dirty="0">
                <a:latin typeface="Rockwell" panose="02060603020205020403" pitchFamily="18" charset="0"/>
              </a:rPr>
              <a:t>D</a:t>
            </a:r>
            <a:r>
              <a:rPr lang="en-IN" dirty="0" err="1">
                <a:latin typeface="Rockwell" panose="02060603020205020403" pitchFamily="18" charset="0"/>
              </a:rPr>
              <a:t>ataset</a:t>
            </a:r>
            <a:r>
              <a:rPr lang="en-IN" dirty="0">
                <a:latin typeface="Rockwell" panose="02060603020205020403" pitchFamily="18" charset="0"/>
              </a:rPr>
              <a:t> Description</a:t>
            </a:r>
          </a:p>
        </p:txBody>
      </p:sp>
      <p:sp>
        <p:nvSpPr>
          <p:cNvPr id="3" name="Text Placeholder 2">
            <a:extLst>
              <a:ext uri="{FF2B5EF4-FFF2-40B4-BE49-F238E27FC236}">
                <a16:creationId xmlns:a16="http://schemas.microsoft.com/office/drawing/2014/main" id="{22540371-7AF5-31BB-E34A-E63C490169FC}"/>
              </a:ext>
            </a:extLst>
          </p:cNvPr>
          <p:cNvSpPr>
            <a:spLocks noGrp="1"/>
          </p:cNvSpPr>
          <p:nvPr>
            <p:ph type="body" sz="quarter" idx="10"/>
          </p:nvPr>
        </p:nvSpPr>
        <p:spPr>
          <a:xfrm>
            <a:off x="389436" y="1085850"/>
            <a:ext cx="8363938" cy="1641475"/>
          </a:xfrm>
        </p:spPr>
        <p:txBody>
          <a:bodyPr/>
          <a:lstStyle/>
          <a:p>
            <a:pPr marL="459740" indent="-457200" algn="just">
              <a:buFont typeface="Arial" panose="020B0604020202020204" pitchFamily="34" charset="0"/>
              <a:buChar char="•"/>
            </a:pPr>
            <a:r>
              <a:rPr lang="en-IN" sz="1900" b="1" dirty="0">
                <a:latin typeface="Times New Roman" panose="02020603050405020304" pitchFamily="18" charset="0"/>
                <a:cs typeface="Times New Roman" panose="02020603050405020304" pitchFamily="18" charset="0"/>
              </a:rPr>
              <a:t>Image Datasets:</a:t>
            </a:r>
            <a:r>
              <a:rPr lang="en-IN" sz="1900" dirty="0">
                <a:latin typeface="Times New Roman" panose="02020603050405020304" pitchFamily="18" charset="0"/>
                <a:cs typeface="Times New Roman" panose="02020603050405020304" pitchFamily="18" charset="0"/>
              </a:rPr>
              <a:t> Trained on 140k Real/Fake Face and </a:t>
            </a:r>
            <a:r>
              <a:rPr lang="en-IN" sz="1900" dirty="0" err="1">
                <a:latin typeface="Times New Roman" panose="02020603050405020304" pitchFamily="18" charset="0"/>
                <a:cs typeface="Times New Roman" panose="02020603050405020304" pitchFamily="18" charset="0"/>
              </a:rPr>
              <a:t>FaceForensics</a:t>
            </a:r>
            <a:r>
              <a:rPr lang="en-IN" sz="1900" dirty="0">
                <a:latin typeface="Times New Roman" panose="02020603050405020304" pitchFamily="18" charset="0"/>
                <a:cs typeface="Times New Roman" panose="02020603050405020304" pitchFamily="18" charset="0"/>
              </a:rPr>
              <a:t>++ datasets, capturing the "new wave" of GAN-generated artifacts.</a:t>
            </a:r>
          </a:p>
          <a:p>
            <a:pPr marL="459740" indent="-457200" algn="just">
              <a:buFont typeface="Arial" panose="020B0604020202020204" pitchFamily="34" charset="0"/>
              <a:buChar char="•"/>
            </a:pPr>
            <a:r>
              <a:rPr lang="en-IN" sz="1900" b="1" dirty="0">
                <a:latin typeface="Times New Roman" panose="02020603050405020304" pitchFamily="18" charset="0"/>
                <a:cs typeface="Times New Roman" panose="02020603050405020304" pitchFamily="18" charset="0"/>
              </a:rPr>
              <a:t>Audio Datasets:</a:t>
            </a:r>
            <a:r>
              <a:rPr lang="en-IN" sz="1900" dirty="0">
                <a:latin typeface="Times New Roman" panose="02020603050405020304" pitchFamily="18" charset="0"/>
                <a:cs typeface="Times New Roman" panose="02020603050405020304" pitchFamily="18" charset="0"/>
              </a:rPr>
              <a:t> Trained on </a:t>
            </a:r>
            <a:r>
              <a:rPr lang="en-IN" sz="1900" dirty="0" err="1">
                <a:latin typeface="Times New Roman" panose="02020603050405020304" pitchFamily="18" charset="0"/>
                <a:cs typeface="Times New Roman" panose="02020603050405020304" pitchFamily="18" charset="0"/>
              </a:rPr>
              <a:t>ASVspoof</a:t>
            </a:r>
            <a:r>
              <a:rPr lang="en-IN" sz="1900" dirty="0">
                <a:latin typeface="Times New Roman" panose="02020603050405020304" pitchFamily="18" charset="0"/>
                <a:cs typeface="Times New Roman" panose="02020603050405020304" pitchFamily="18" charset="0"/>
              </a:rPr>
              <a:t> and custom synthetic samples to identify modern voice cloning signatures.</a:t>
            </a:r>
          </a:p>
          <a:p>
            <a:pPr marL="459740" indent="-457200" algn="just">
              <a:buFont typeface="Arial" panose="020B0604020202020204" pitchFamily="34" charset="0"/>
              <a:buChar char="•"/>
            </a:pP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95440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D6EB-719C-FE41-D514-C219130D89F8}"/>
              </a:ext>
            </a:extLst>
          </p:cNvPr>
          <p:cNvSpPr>
            <a:spLocks noGrp="1"/>
          </p:cNvSpPr>
          <p:nvPr>
            <p:ph type="title"/>
          </p:nvPr>
        </p:nvSpPr>
        <p:spPr>
          <a:xfrm>
            <a:off x="899592" y="171451"/>
            <a:ext cx="7853782" cy="816123"/>
          </a:xfrm>
        </p:spPr>
        <p:txBody>
          <a:bodyPr/>
          <a:lstStyle/>
          <a:p>
            <a:r>
              <a:rPr lang="en-IN" b="1" dirty="0"/>
              <a:t>Machine Learning Algorithms</a:t>
            </a:r>
            <a:br>
              <a:rPr lang="en-IN" b="1" dirty="0"/>
            </a:br>
            <a:endParaRPr lang="en-IN" dirty="0"/>
          </a:p>
        </p:txBody>
      </p:sp>
      <p:sp>
        <p:nvSpPr>
          <p:cNvPr id="3" name="Text Placeholder 2">
            <a:extLst>
              <a:ext uri="{FF2B5EF4-FFF2-40B4-BE49-F238E27FC236}">
                <a16:creationId xmlns:a16="http://schemas.microsoft.com/office/drawing/2014/main" id="{D8DFAE56-FF2B-1283-8D44-D17CE0339F18}"/>
              </a:ext>
            </a:extLst>
          </p:cNvPr>
          <p:cNvSpPr>
            <a:spLocks noGrp="1"/>
          </p:cNvSpPr>
          <p:nvPr>
            <p:ph type="body" sz="quarter" idx="10"/>
          </p:nvPr>
        </p:nvSpPr>
        <p:spPr>
          <a:xfrm>
            <a:off x="389436" y="1085850"/>
            <a:ext cx="8363938" cy="2575064"/>
          </a:xfrm>
        </p:spPr>
        <p:txBody>
          <a:bodyPr/>
          <a:lstStyle/>
          <a:p>
            <a:pPr marL="459740" indent="-4572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ResNet-50 (</a:t>
            </a:r>
            <a:r>
              <a:rPr lang="en-IN" sz="1800" b="1" dirty="0" err="1">
                <a:latin typeface="Times New Roman" panose="02020603050405020304" pitchFamily="18" charset="0"/>
                <a:cs typeface="Times New Roman" panose="02020603050405020304" pitchFamily="18" charset="0"/>
              </a:rPr>
              <a:t>PyTorch</a:t>
            </a:r>
            <a:r>
              <a:rPr lang="en-IN" sz="1800" b="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Fine-tuned for deep spatial feature extraction (89% accuracy).</a:t>
            </a:r>
          </a:p>
          <a:p>
            <a:pPr marL="459740" indent="-4572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Custom CNN:</a:t>
            </a:r>
            <a:r>
              <a:rPr lang="en-IN" sz="1800" dirty="0">
                <a:latin typeface="Times New Roman" panose="02020603050405020304" pitchFamily="18" charset="0"/>
                <a:cs typeface="Times New Roman" panose="02020603050405020304" pitchFamily="18" charset="0"/>
              </a:rPr>
              <a:t> 3× Conv Blocks specifically designed for pixel-level artifact detection (86% accuracy).</a:t>
            </a:r>
          </a:p>
          <a:p>
            <a:pPr marL="459740" indent="-4572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Random Forest:</a:t>
            </a:r>
            <a:r>
              <a:rPr lang="en-IN" sz="1800" dirty="0">
                <a:latin typeface="Times New Roman" panose="02020603050405020304" pitchFamily="18" charset="0"/>
                <a:cs typeface="Times New Roman" panose="02020603050405020304" pitchFamily="18" charset="0"/>
              </a:rPr>
              <a:t> Trained on MFCC features for lightweight yet reliable audio forensics (82% accuracy).</a:t>
            </a:r>
          </a:p>
          <a:p>
            <a:pPr marL="459740" indent="-4572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PCA &amp; SVM:</a:t>
            </a:r>
            <a:r>
              <a:rPr lang="en-IN" sz="1800" dirty="0">
                <a:latin typeface="Times New Roman" panose="02020603050405020304" pitchFamily="18" charset="0"/>
                <a:cs typeface="Times New Roman" panose="02020603050405020304" pitchFamily="18" charset="0"/>
              </a:rPr>
              <a:t> Used for dimensionality reduction and visualization of complex feature representations</a:t>
            </a:r>
          </a:p>
          <a:p>
            <a:pPr marL="288290" indent="-285750">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42423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4987-D541-3217-52BC-B247AA0F5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79AB4-58DD-3F85-8EED-02E61EF3470B}"/>
              </a:ext>
            </a:extLst>
          </p:cNvPr>
          <p:cNvSpPr>
            <a:spLocks noGrp="1"/>
          </p:cNvSpPr>
          <p:nvPr>
            <p:ph type="title"/>
          </p:nvPr>
        </p:nvSpPr>
        <p:spPr>
          <a:xfrm>
            <a:off x="899592" y="171451"/>
            <a:ext cx="7853782" cy="1121846"/>
          </a:xfrm>
        </p:spPr>
        <p:txBody>
          <a:bodyPr/>
          <a:lstStyle/>
          <a:p>
            <a:r>
              <a:rPr lang="en-IN" dirty="0">
                <a:latin typeface="Rockwell" panose="02060603020205020403" pitchFamily="18" charset="0"/>
              </a:rPr>
              <a:t>Tools and Technologies</a:t>
            </a:r>
            <a:br>
              <a:rPr lang="en-IN" dirty="0">
                <a:latin typeface="Rockwell" panose="02060603020205020403" pitchFamily="18" charset="0"/>
              </a:rPr>
            </a:br>
            <a:endParaRPr lang="en-IN" dirty="0">
              <a:latin typeface="Rockwell" panose="02060603020205020403" pitchFamily="18" charset="0"/>
            </a:endParaRPr>
          </a:p>
        </p:txBody>
      </p:sp>
      <p:sp>
        <p:nvSpPr>
          <p:cNvPr id="3" name="Text Placeholder 2">
            <a:extLst>
              <a:ext uri="{FF2B5EF4-FFF2-40B4-BE49-F238E27FC236}">
                <a16:creationId xmlns:a16="http://schemas.microsoft.com/office/drawing/2014/main" id="{9932CB0B-D738-8373-EC41-A13F9BC6A06A}"/>
              </a:ext>
            </a:extLst>
          </p:cNvPr>
          <p:cNvSpPr>
            <a:spLocks noGrp="1"/>
          </p:cNvSpPr>
          <p:nvPr>
            <p:ph type="body" sz="quarter" idx="10"/>
          </p:nvPr>
        </p:nvSpPr>
        <p:spPr>
          <a:xfrm>
            <a:off x="389436" y="1085850"/>
            <a:ext cx="8363938" cy="1744067"/>
          </a:xfrm>
        </p:spPr>
        <p:txBody>
          <a:bodyPr/>
          <a:lstStyle/>
          <a:p>
            <a:r>
              <a:rPr lang="en-IN" sz="1800" b="1" dirty="0">
                <a:latin typeface="Times New Roman" panose="02020603050405020304" pitchFamily="18" charset="0"/>
                <a:cs typeface="Times New Roman" panose="02020603050405020304" pitchFamily="18" charset="0"/>
              </a:rPr>
              <a:t>Backend Framework:</a:t>
            </a:r>
            <a:r>
              <a:rPr lang="en-IN" sz="1800" dirty="0">
                <a:latin typeface="Times New Roman" panose="02020603050405020304" pitchFamily="18" charset="0"/>
                <a:cs typeface="Times New Roman" panose="02020603050405020304" pitchFamily="18" charset="0"/>
              </a:rPr>
              <a:t> Python 3.10+, Flask, </a:t>
            </a:r>
            <a:r>
              <a:rPr lang="en-IN" sz="1800" dirty="0" err="1">
                <a:latin typeface="Times New Roman" panose="02020603050405020304" pitchFamily="18" charset="0"/>
                <a:cs typeface="Times New Roman" panose="02020603050405020304" pitchFamily="18" charset="0"/>
              </a:rPr>
              <a:t>Gunicorn</a:t>
            </a:r>
            <a:r>
              <a:rPr lang="en-IN" sz="1800" dirty="0">
                <a:latin typeface="Times New Roman" panose="02020603050405020304" pitchFamily="18" charset="0"/>
                <a:cs typeface="Times New Roman" panose="02020603050405020304" pitchFamily="18" charset="0"/>
              </a:rPr>
              <a:t>.</a:t>
            </a:r>
          </a:p>
          <a:p>
            <a:r>
              <a:rPr lang="en-IN" sz="1800" b="1" dirty="0">
                <a:latin typeface="Times New Roman" panose="02020603050405020304" pitchFamily="18" charset="0"/>
                <a:cs typeface="Times New Roman" panose="02020603050405020304" pitchFamily="18" charset="0"/>
              </a:rPr>
              <a:t>Deep Learning Library:</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TensorFlow, </a:t>
            </a:r>
            <a:r>
              <a:rPr lang="en-IN" sz="1800" dirty="0" err="1">
                <a:latin typeface="Times New Roman" panose="02020603050405020304" pitchFamily="18" charset="0"/>
                <a:cs typeface="Times New Roman" panose="02020603050405020304" pitchFamily="18" charset="0"/>
              </a:rPr>
              <a:t>Keras</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Torchvision</a:t>
            </a:r>
            <a:r>
              <a:rPr lang="en-IN" sz="1800" dirty="0">
                <a:latin typeface="Times New Roman" panose="02020603050405020304" pitchFamily="18" charset="0"/>
                <a:cs typeface="Times New Roman" panose="02020603050405020304" pitchFamily="18" charset="0"/>
              </a:rPr>
              <a:t>.</a:t>
            </a:r>
          </a:p>
          <a:p>
            <a:r>
              <a:rPr lang="en-IN" sz="1800" b="1" dirty="0">
                <a:latin typeface="Times New Roman" panose="02020603050405020304" pitchFamily="18" charset="0"/>
                <a:cs typeface="Times New Roman" panose="02020603050405020304" pitchFamily="18" charset="0"/>
              </a:rPr>
              <a:t>Analysis Tools:</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Librosa</a:t>
            </a:r>
            <a:r>
              <a:rPr lang="en-IN" sz="1800" dirty="0">
                <a:latin typeface="Times New Roman" panose="02020603050405020304" pitchFamily="18" charset="0"/>
                <a:cs typeface="Times New Roman" panose="02020603050405020304" pitchFamily="18" charset="0"/>
              </a:rPr>
              <a:t> (Audio), OpenCV (Images), Scikit-Learn.</a:t>
            </a:r>
          </a:p>
          <a:p>
            <a:r>
              <a:rPr lang="en-IN" sz="1800" b="1" dirty="0">
                <a:latin typeface="Times New Roman" panose="02020603050405020304" pitchFamily="18" charset="0"/>
                <a:cs typeface="Times New Roman" panose="02020603050405020304" pitchFamily="18" charset="0"/>
              </a:rPr>
              <a:t>Cloud &amp; DevOps:</a:t>
            </a:r>
            <a:r>
              <a:rPr lang="en-IN" sz="1800" dirty="0">
                <a:latin typeface="Times New Roman" panose="02020603050405020304" pitchFamily="18" charset="0"/>
                <a:cs typeface="Times New Roman" panose="02020603050405020304" pitchFamily="18" charset="0"/>
              </a:rPr>
              <a:t> Docker, Hugging Face Spaces.</a:t>
            </a:r>
          </a:p>
          <a:p>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227120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0BEB-6851-CB96-DBC8-0F504041072F}"/>
              </a:ext>
            </a:extLst>
          </p:cNvPr>
          <p:cNvSpPr>
            <a:spLocks noGrp="1"/>
          </p:cNvSpPr>
          <p:nvPr>
            <p:ph type="title"/>
          </p:nvPr>
        </p:nvSpPr>
        <p:spPr>
          <a:xfrm>
            <a:off x="971600" y="171451"/>
            <a:ext cx="7781774" cy="560923"/>
          </a:xfrm>
        </p:spPr>
        <p:txBody>
          <a:bodyPr/>
          <a:lstStyle/>
          <a:p>
            <a:r>
              <a:rPr lang="en-IN" dirty="0">
                <a:latin typeface="Rockwell" panose="02060603020205020403" pitchFamily="18" charset="0"/>
              </a:rPr>
              <a:t>References- </a:t>
            </a:r>
            <a:r>
              <a:rPr lang="en-IN" sz="2800" dirty="0">
                <a:latin typeface="Rockwell" panose="02060603020205020403" pitchFamily="18" charset="0"/>
              </a:rPr>
              <a:t>(Use IEEE Reference Styling)</a:t>
            </a:r>
            <a:endParaRPr lang="en-IN" dirty="0">
              <a:latin typeface="Rockwell" panose="02060603020205020403" pitchFamily="18" charset="0"/>
            </a:endParaRPr>
          </a:p>
        </p:txBody>
      </p:sp>
      <p:sp>
        <p:nvSpPr>
          <p:cNvPr id="3" name="Text Placeholder 2">
            <a:extLst>
              <a:ext uri="{FF2B5EF4-FFF2-40B4-BE49-F238E27FC236}">
                <a16:creationId xmlns:a16="http://schemas.microsoft.com/office/drawing/2014/main" id="{267ED687-35EB-35FC-5222-1A6F5D6ED6D6}"/>
              </a:ext>
            </a:extLst>
          </p:cNvPr>
          <p:cNvSpPr>
            <a:spLocks noGrp="1"/>
          </p:cNvSpPr>
          <p:nvPr>
            <p:ph type="body" sz="quarter" idx="10"/>
          </p:nvPr>
        </p:nvSpPr>
        <p:spPr>
          <a:xfrm>
            <a:off x="389436" y="1085850"/>
            <a:ext cx="8363938" cy="2575064"/>
          </a:xfrm>
        </p:spPr>
        <p:txBody>
          <a:bodyPr/>
          <a:lstStyle/>
          <a:p>
            <a:pPr marL="516890" indent="-514350">
              <a:buFont typeface="+mj-lt"/>
              <a:buAutoNum type="arabicPeriod"/>
            </a:pPr>
            <a:r>
              <a:rPr lang="en-IN" sz="1800" dirty="0">
                <a:latin typeface="Times New Roman" panose="02020603050405020304" pitchFamily="18" charset="0"/>
                <a:cs typeface="Times New Roman" panose="02020603050405020304" pitchFamily="18" charset="0"/>
              </a:rPr>
              <a:t>Shah, N. K., &amp; Parekh, A. B. (2024). "Detecting Deepfake: Audio, Video &amp; Image using Deep Learning Technique." </a:t>
            </a:r>
            <a:r>
              <a:rPr lang="en-IN" sz="1800" i="1" dirty="0">
                <a:latin typeface="Times New Roman" panose="02020603050405020304" pitchFamily="18" charset="0"/>
                <a:cs typeface="Times New Roman" panose="02020603050405020304" pitchFamily="18" charset="0"/>
              </a:rPr>
              <a:t>TIJER</a:t>
            </a:r>
            <a:r>
              <a:rPr lang="en-IN" sz="1800" dirty="0">
                <a:latin typeface="Times New Roman" panose="02020603050405020304" pitchFamily="18" charset="0"/>
                <a:cs typeface="Times New Roman" panose="02020603050405020304" pitchFamily="18" charset="0"/>
              </a:rPr>
              <a:t>.</a:t>
            </a:r>
          </a:p>
          <a:p>
            <a:pPr marL="516890" indent="-514350">
              <a:buFont typeface="+mj-lt"/>
              <a:buAutoNum type="arabicPeriod"/>
            </a:pPr>
            <a:r>
              <a:rPr lang="en-IN" sz="1800" dirty="0" err="1">
                <a:latin typeface="Times New Roman" panose="02020603050405020304" pitchFamily="18" charset="0"/>
                <a:cs typeface="Times New Roman" panose="02020603050405020304" pitchFamily="18" charset="0"/>
              </a:rPr>
              <a:t>Mcuba</a:t>
            </a:r>
            <a:r>
              <a:rPr lang="en-IN" sz="1800" dirty="0">
                <a:latin typeface="Times New Roman" panose="02020603050405020304" pitchFamily="18" charset="0"/>
                <a:cs typeface="Times New Roman" panose="02020603050405020304" pitchFamily="18" charset="0"/>
              </a:rPr>
              <a:t>, M., et al. (2023). "The Effect of Deep Learning Methods on Deepfake Audio Detection for Digital Investigation." </a:t>
            </a:r>
            <a:r>
              <a:rPr lang="en-IN" sz="1800" i="1" dirty="0">
                <a:latin typeface="Times New Roman" panose="02020603050405020304" pitchFamily="18" charset="0"/>
                <a:cs typeface="Times New Roman" panose="02020603050405020304" pitchFamily="18" charset="0"/>
              </a:rPr>
              <a:t>Procedia Computer Science</a:t>
            </a:r>
            <a:r>
              <a:rPr lang="en-IN" sz="1800" dirty="0">
                <a:latin typeface="Times New Roman" panose="02020603050405020304" pitchFamily="18" charset="0"/>
                <a:cs typeface="Times New Roman" panose="02020603050405020304" pitchFamily="18" charset="0"/>
              </a:rPr>
              <a:t>.</a:t>
            </a:r>
          </a:p>
          <a:p>
            <a:pPr marL="516890" indent="-514350">
              <a:buFont typeface="+mj-lt"/>
              <a:buAutoNum type="arabicPeriod"/>
            </a:pPr>
            <a:r>
              <a:rPr lang="en-IN" sz="1800" dirty="0">
                <a:latin typeface="Times New Roman" panose="02020603050405020304" pitchFamily="18" charset="0"/>
                <a:cs typeface="Times New Roman" panose="02020603050405020304" pitchFamily="18" charset="0"/>
              </a:rPr>
              <a:t>Rana, M. S., et al. (2022). "Deepfake Detection: A Systematic Literature Review."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a:t>
            </a:r>
          </a:p>
          <a:p>
            <a:pPr marL="516890" indent="-514350">
              <a:buFont typeface="+mj-lt"/>
              <a:buAutoNum type="arabicPeriod"/>
            </a:pPr>
            <a:r>
              <a:rPr lang="en-IN" sz="1800" i="1" dirty="0">
                <a:latin typeface="Times New Roman" panose="02020603050405020304" pitchFamily="18" charset="0"/>
                <a:cs typeface="Times New Roman" panose="02020603050405020304" pitchFamily="18" charset="0"/>
              </a:rPr>
              <a:t>Hugging Face Spaces &amp; Docker Documentation (2025-2026).</a:t>
            </a:r>
            <a:endParaRPr lang="en-IN" sz="1800" dirty="0">
              <a:latin typeface="Times New Roman" panose="02020603050405020304" pitchFamily="18" charset="0"/>
              <a:cs typeface="Times New Roman" panose="02020603050405020304" pitchFamily="18" charset="0"/>
            </a:endParaRPr>
          </a:p>
          <a:p>
            <a:pPr marL="345440" indent="-342900">
              <a:buFont typeface="+mj-lt"/>
              <a:buAutoNum type="arabicPeriod"/>
            </a:pP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26145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23A5E-1815-F759-F42E-52D7E9F05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9B5CC-9E99-C510-4DFF-3F719B4EA10D}"/>
              </a:ext>
            </a:extLst>
          </p:cNvPr>
          <p:cNvSpPr>
            <a:spLocks noGrp="1"/>
          </p:cNvSpPr>
          <p:nvPr>
            <p:ph type="title"/>
          </p:nvPr>
        </p:nvSpPr>
        <p:spPr>
          <a:xfrm>
            <a:off x="899592" y="171451"/>
            <a:ext cx="7853782" cy="609398"/>
          </a:xfrm>
        </p:spPr>
        <p:txBody>
          <a:bodyPr/>
          <a:lstStyle/>
          <a:p>
            <a:r>
              <a:rPr lang="en-US" sz="4400" dirty="0">
                <a:latin typeface="Rockwell" panose="02060603020205020403" pitchFamily="18" charset="0"/>
                <a:cs typeface="Calibri" panose="020F0502020204030204" charset="0"/>
                <a:sym typeface="Times New Roman" panose="02020603050405020304"/>
              </a:rPr>
              <a:t>Conclusion</a:t>
            </a:r>
            <a:endParaRPr lang="en-IN" dirty="0">
              <a:latin typeface="Rockwell" panose="02060603020205020403" pitchFamily="18" charset="0"/>
            </a:endParaRPr>
          </a:p>
        </p:txBody>
      </p:sp>
      <p:sp>
        <p:nvSpPr>
          <p:cNvPr id="3" name="Text Placeholder 2">
            <a:extLst>
              <a:ext uri="{FF2B5EF4-FFF2-40B4-BE49-F238E27FC236}">
                <a16:creationId xmlns:a16="http://schemas.microsoft.com/office/drawing/2014/main" id="{9B5DD7F3-78D7-A1CA-3F96-17B143934D6A}"/>
              </a:ext>
            </a:extLst>
          </p:cNvPr>
          <p:cNvSpPr>
            <a:spLocks noGrp="1"/>
          </p:cNvSpPr>
          <p:nvPr>
            <p:ph type="body" sz="quarter" idx="10"/>
          </p:nvPr>
        </p:nvSpPr>
        <p:spPr>
          <a:xfrm>
            <a:off x="389436" y="1085850"/>
            <a:ext cx="8363938" cy="2811026"/>
          </a:xfrm>
        </p:spPr>
        <p:txBody>
          <a:bodyPr/>
          <a:lstStyle/>
          <a:p>
            <a:pPr algn="just"/>
            <a:r>
              <a:rPr lang="en-US" sz="1900" b="1" dirty="0">
                <a:latin typeface="Times New Roman" panose="02020603050405020304" pitchFamily="18" charset="0"/>
                <a:cs typeface="Times New Roman" panose="02020603050405020304" pitchFamily="18" charset="0"/>
              </a:rPr>
              <a:t>Summary of the Proposed Project:</a:t>
            </a:r>
            <a:r>
              <a:rPr lang="en-US" sz="1900" dirty="0">
                <a:latin typeface="Times New Roman" panose="02020603050405020304" pitchFamily="18" charset="0"/>
                <a:cs typeface="Times New Roman" panose="02020603050405020304" pitchFamily="18" charset="0"/>
              </a:rPr>
              <a:t> The project delivers a multi-modal forensic platform that provides users with independent, high-performance tools for image and audio verification. It bridges the gap between outdated detection methods and the rapidly advancing threats of modern Generative AI.</a:t>
            </a:r>
          </a:p>
          <a:p>
            <a:pPr algn="just"/>
            <a:r>
              <a:rPr lang="en-US" sz="1900" b="1" dirty="0">
                <a:latin typeface="Times New Roman" panose="02020603050405020304" pitchFamily="18" charset="0"/>
                <a:cs typeface="Times New Roman" panose="02020603050405020304" pitchFamily="18" charset="0"/>
              </a:rPr>
              <a:t>Importance of Machine Learning Solution:</a:t>
            </a:r>
            <a:r>
              <a:rPr lang="en-US" sz="1900" dirty="0">
                <a:latin typeface="Times New Roman" panose="02020603050405020304" pitchFamily="18" charset="0"/>
                <a:cs typeface="Times New Roman" panose="02020603050405020304" pitchFamily="18" charset="0"/>
              </a:rPr>
              <a:t> With deepfake technology evolving daily, standalone and legacy detection systems are failing. An adaptive, ensemble-based Machine Learning solution that analyzes separate media types with the latest architectures is the only way to safeguard digital trust and prevent identity-related fraud.</a:t>
            </a:r>
          </a:p>
          <a:p>
            <a:pPr algn="just"/>
            <a:endParaRPr lang="en-IN" sz="19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52443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bg1"/>
                </a:solidFill>
              </a:rPr>
              <a:t>Thank You..</a:t>
            </a:r>
          </a:p>
        </p:txBody>
      </p:sp>
    </p:spTree>
    <p:extLst>
      <p:ext uri="{BB962C8B-B14F-4D97-AF65-F5344CB8AC3E}">
        <p14:creationId xmlns:p14="http://schemas.microsoft.com/office/powerpoint/2010/main" val="3788840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7248E-3B4E-4B29-416D-03A7837BC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CBB04-AD2C-EA74-5044-9AFD2AADE4C0}"/>
              </a:ext>
            </a:extLst>
          </p:cNvPr>
          <p:cNvSpPr>
            <a:spLocks noGrp="1"/>
          </p:cNvSpPr>
          <p:nvPr>
            <p:ph type="title"/>
          </p:nvPr>
        </p:nvSpPr>
        <p:spPr>
          <a:xfrm>
            <a:off x="899592" y="171451"/>
            <a:ext cx="7853782" cy="609398"/>
          </a:xfrm>
        </p:spPr>
        <p:txBody>
          <a:bodyPr/>
          <a:lstStyle/>
          <a:p>
            <a:r>
              <a:rPr lang="en-US" sz="4400" dirty="0">
                <a:latin typeface="Calibri" panose="020F0502020204030204" charset="0"/>
                <a:cs typeface="Calibri" panose="020F0502020204030204" charset="0"/>
                <a:sym typeface="Times New Roman" panose="02020603050405020304"/>
              </a:rPr>
              <a:t>Requirement Specification</a:t>
            </a:r>
            <a:endParaRPr lang="en-IN" dirty="0"/>
          </a:p>
        </p:txBody>
      </p:sp>
      <p:sp>
        <p:nvSpPr>
          <p:cNvPr id="3" name="Text Placeholder 2">
            <a:extLst>
              <a:ext uri="{FF2B5EF4-FFF2-40B4-BE49-F238E27FC236}">
                <a16:creationId xmlns:a16="http://schemas.microsoft.com/office/drawing/2014/main" id="{14493C3A-35E6-6BC6-310E-D7A615E177B5}"/>
              </a:ext>
            </a:extLst>
          </p:cNvPr>
          <p:cNvSpPr>
            <a:spLocks noGrp="1"/>
          </p:cNvSpPr>
          <p:nvPr>
            <p:ph type="body" sz="quarter" idx="10"/>
          </p:nvPr>
        </p:nvSpPr>
        <p:spPr>
          <a:xfrm>
            <a:off x="389436" y="1085850"/>
            <a:ext cx="8363938" cy="2657138"/>
          </a:xfrm>
        </p:spPr>
        <p:txBody>
          <a:bodyPr/>
          <a:lstStyle/>
          <a:p>
            <a:r>
              <a:rPr lang="en-US" sz="1400" b="1" dirty="0">
                <a:solidFill>
                  <a:schemeClr val="tx1"/>
                </a:solidFill>
              </a:rPr>
              <a:t>Functional Requirements</a:t>
            </a:r>
          </a:p>
          <a:p>
            <a:r>
              <a:rPr lang="en-US" sz="1400" dirty="0">
                <a:solidFill>
                  <a:schemeClr val="tx1"/>
                </a:solidFill>
              </a:rPr>
              <a:t>List the main user and system functionalities (e.g., user authentication, data processing, alert generation).</a:t>
            </a:r>
          </a:p>
          <a:p>
            <a:r>
              <a:rPr lang="en-US" sz="1400" dirty="0">
                <a:solidFill>
                  <a:schemeClr val="tx1"/>
                </a:solidFill>
              </a:rPr>
              <a:t>Brief statements of what the system should do (inputs, operations, outputs).</a:t>
            </a:r>
          </a:p>
          <a:p>
            <a:r>
              <a:rPr lang="en-US" sz="1400" b="1" dirty="0">
                <a:solidFill>
                  <a:schemeClr val="tx1"/>
                </a:solidFill>
              </a:rPr>
              <a:t>Non-Functional Requirements</a:t>
            </a:r>
          </a:p>
          <a:p>
            <a:r>
              <a:rPr lang="en-US" sz="1400" dirty="0">
                <a:solidFill>
                  <a:schemeClr val="tx1"/>
                </a:solidFill>
              </a:rPr>
              <a:t>State required qualities of the system, such as performance, security, reliability, scalability, usability, maintainability.</a:t>
            </a:r>
          </a:p>
          <a:p>
            <a:r>
              <a:rPr lang="en-US" sz="1400" b="1" dirty="0">
                <a:solidFill>
                  <a:schemeClr val="tx1"/>
                </a:solidFill>
              </a:rPr>
              <a:t>Interface Requirements</a:t>
            </a:r>
          </a:p>
          <a:p>
            <a:r>
              <a:rPr lang="en-US" sz="1400" dirty="0">
                <a:solidFill>
                  <a:schemeClr val="tx1"/>
                </a:solidFill>
              </a:rPr>
              <a:t>Specify interfaces required with hardware, software, databases, users, or other systems.</a:t>
            </a:r>
          </a:p>
          <a:p>
            <a:r>
              <a:rPr lang="en-US" sz="1400" b="1" dirty="0">
                <a:solidFill>
                  <a:schemeClr val="tx1"/>
                </a:solidFill>
              </a:rPr>
              <a:t>Performance Requirements</a:t>
            </a:r>
          </a:p>
          <a:p>
            <a:r>
              <a:rPr lang="en-US" sz="1400" dirty="0">
                <a:solidFill>
                  <a:schemeClr val="tx1"/>
                </a:solidFill>
              </a:rPr>
              <a:t>Indicate response time, throughput, resource usage, and other operational characteristics.</a:t>
            </a:r>
          </a:p>
        </p:txBody>
      </p:sp>
    </p:spTree>
    <p:extLst>
      <p:ext uri="{BB962C8B-B14F-4D97-AF65-F5344CB8AC3E}">
        <p14:creationId xmlns:p14="http://schemas.microsoft.com/office/powerpoint/2010/main" val="295676626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DD6CC-4B0D-0517-8534-E47F24595D45}"/>
              </a:ext>
            </a:extLst>
          </p:cNvPr>
          <p:cNvSpPr>
            <a:spLocks noGrp="1"/>
          </p:cNvSpPr>
          <p:nvPr>
            <p:ph type="title"/>
          </p:nvPr>
        </p:nvSpPr>
        <p:spPr>
          <a:xfrm>
            <a:off x="1043608" y="171451"/>
            <a:ext cx="7709766" cy="560923"/>
          </a:xfrm>
        </p:spPr>
        <p:txBody>
          <a:bodyPr/>
          <a:lstStyle/>
          <a:p>
            <a:r>
              <a:rPr lang="en-IN" b="1" dirty="0"/>
              <a:t>Results and Discussions</a:t>
            </a:r>
          </a:p>
        </p:txBody>
      </p:sp>
      <p:sp>
        <p:nvSpPr>
          <p:cNvPr id="3" name="Text Placeholder 2">
            <a:extLst>
              <a:ext uri="{FF2B5EF4-FFF2-40B4-BE49-F238E27FC236}">
                <a16:creationId xmlns:a16="http://schemas.microsoft.com/office/drawing/2014/main" id="{0DD7F9F7-7F14-7536-EA8C-D27D9390256A}"/>
              </a:ext>
            </a:extLst>
          </p:cNvPr>
          <p:cNvSpPr>
            <a:spLocks noGrp="1"/>
          </p:cNvSpPr>
          <p:nvPr>
            <p:ph type="body" sz="quarter" idx="10"/>
          </p:nvPr>
        </p:nvSpPr>
        <p:spPr/>
        <p:txBody>
          <a:bodyPr/>
          <a:lstStyle/>
          <a:p>
            <a:endParaRPr lang="en-IN" dirty="0"/>
          </a:p>
        </p:txBody>
      </p:sp>
    </p:spTree>
    <p:extLst>
      <p:ext uri="{BB962C8B-B14F-4D97-AF65-F5344CB8AC3E}">
        <p14:creationId xmlns:p14="http://schemas.microsoft.com/office/powerpoint/2010/main" val="1872772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643A-93CD-BFAB-711D-7D32A02EFB81}"/>
              </a:ext>
            </a:extLst>
          </p:cNvPr>
          <p:cNvSpPr>
            <a:spLocks noGrp="1"/>
          </p:cNvSpPr>
          <p:nvPr>
            <p:ph type="title"/>
          </p:nvPr>
        </p:nvSpPr>
        <p:spPr>
          <a:xfrm>
            <a:off x="1259632" y="171451"/>
            <a:ext cx="7493742" cy="560923"/>
          </a:xfrm>
        </p:spPr>
        <p:txBody>
          <a:bodyPr/>
          <a:lstStyle/>
          <a:p>
            <a:r>
              <a:rPr lang="en-IN" b="1" dirty="0"/>
              <a:t>SDG Alignment</a:t>
            </a:r>
          </a:p>
        </p:txBody>
      </p:sp>
      <p:sp>
        <p:nvSpPr>
          <p:cNvPr id="3" name="Text Placeholder 2">
            <a:extLst>
              <a:ext uri="{FF2B5EF4-FFF2-40B4-BE49-F238E27FC236}">
                <a16:creationId xmlns:a16="http://schemas.microsoft.com/office/drawing/2014/main" id="{3100A56F-38BC-C7C7-711A-308A5C58D111}"/>
              </a:ext>
            </a:extLst>
          </p:cNvPr>
          <p:cNvSpPr>
            <a:spLocks noGrp="1"/>
          </p:cNvSpPr>
          <p:nvPr>
            <p:ph type="body" sz="quarter" idx="10"/>
          </p:nvPr>
        </p:nvSpPr>
        <p:spPr>
          <a:xfrm>
            <a:off x="389436" y="1085850"/>
            <a:ext cx="8363938" cy="3288080"/>
          </a:xfrm>
        </p:spPr>
        <p:txBody>
          <a:bodyPr/>
          <a:lstStyle/>
          <a:p>
            <a:pPr algn="l">
              <a:buFont typeface="Arial" panose="020B0604020202020204" pitchFamily="34" charset="0"/>
              <a:buChar char="•"/>
            </a:pPr>
            <a:r>
              <a:rPr lang="en-US" sz="1800" b="1" i="0" dirty="0">
                <a:effectLst/>
                <a:latin typeface="fkGroteskNeue"/>
              </a:rPr>
              <a:t>Brief Introduction:</a:t>
            </a:r>
            <a:r>
              <a:rPr lang="en-US" sz="1800" b="0" i="0" dirty="0">
                <a:effectLst/>
                <a:latin typeface="fkGroteskNeue"/>
              </a:rPr>
              <a:t> 1-2 lines summarizing the importance of SDG alignment.</a:t>
            </a:r>
          </a:p>
          <a:p>
            <a:pPr algn="l">
              <a:buFont typeface="Arial" panose="020B0604020202020204" pitchFamily="34" charset="0"/>
              <a:buChar char="•"/>
            </a:pPr>
            <a:r>
              <a:rPr lang="en-US" sz="1800" b="1" i="0" dirty="0">
                <a:effectLst/>
                <a:latin typeface="fkGroteskNeue"/>
              </a:rPr>
              <a:t>Relevant SDG(s):</a:t>
            </a:r>
            <a:endParaRPr lang="en-US" sz="180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List the specific SDGs (by name and number) your project supports (e.g., SDG 3: Good Health and Well-Being, SDG 9: Industry, Innovation and Infrastructure).</a:t>
            </a:r>
          </a:p>
          <a:p>
            <a:pPr marL="742950" lvl="1" indent="-285750" algn="l">
              <a:buFont typeface="Arial" panose="020B0604020202020204" pitchFamily="34" charset="0"/>
              <a:buChar char="•"/>
            </a:pPr>
            <a:r>
              <a:rPr lang="en-US" sz="1050" b="0" i="0" dirty="0">
                <a:effectLst/>
                <a:latin typeface="fkGroteskNeue"/>
              </a:rPr>
              <a:t>Display official SDG icons or use color coding for clarity and engagement.</a:t>
            </a:r>
            <a:r>
              <a:rPr lang="en-US" sz="1050" b="0" i="0" u="none" strike="noStrike" dirty="0">
                <a:effectLst/>
                <a:latin typeface="var(--font-berkeley-mono)"/>
              </a:rPr>
              <a:t> </a:t>
            </a:r>
            <a:endParaRPr lang="en-US" sz="1050" b="0" i="0" dirty="0">
              <a:effectLst/>
              <a:latin typeface="fkGroteskNeue"/>
            </a:endParaRPr>
          </a:p>
          <a:p>
            <a:pPr algn="l">
              <a:buFont typeface="Arial" panose="020B0604020202020204" pitchFamily="34" charset="0"/>
              <a:buChar char="•"/>
            </a:pPr>
            <a:r>
              <a:rPr lang="en-US" sz="1800" b="1" i="0" dirty="0">
                <a:effectLst/>
                <a:latin typeface="fkGroteskNeue"/>
              </a:rPr>
              <a:t>Mapping of Project Aims to SDGs:</a:t>
            </a:r>
            <a:endParaRPr lang="en-US" sz="180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For each relevant SDG, cite how specific components, objectives, or expected outcomes of your project contribute (directly or indirectly) to selected SDG targets.</a:t>
            </a:r>
            <a:r>
              <a:rPr lang="en-US" sz="1050" b="0" i="0" u="none" strike="noStrike" dirty="0">
                <a:effectLst/>
                <a:latin typeface="var(--font-berkeley-mono)"/>
              </a:rPr>
              <a:t> </a:t>
            </a:r>
            <a:endParaRPr lang="en-US" sz="105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Use concise bullet points or a simple table/infographic for clear mapping.</a:t>
            </a:r>
          </a:p>
          <a:p>
            <a:pPr algn="l">
              <a:buFont typeface="Arial" panose="020B0604020202020204" pitchFamily="34" charset="0"/>
              <a:buChar char="•"/>
            </a:pPr>
            <a:r>
              <a:rPr lang="en-US" sz="1800" b="1" i="0" dirty="0">
                <a:effectLst/>
                <a:latin typeface="fkGroteskNeue"/>
              </a:rPr>
              <a:t>Potential Impact:</a:t>
            </a:r>
            <a:endParaRPr lang="en-US" sz="180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Briefly describe expected measurable impacts or contributions towards chosen SDGs, if possible.</a:t>
            </a:r>
          </a:p>
          <a:p>
            <a:pPr algn="l">
              <a:buFont typeface="Arial" panose="020B0604020202020204" pitchFamily="34" charset="0"/>
              <a:buChar char="•"/>
            </a:pPr>
            <a:r>
              <a:rPr lang="en-US" sz="1800" b="1" i="0" dirty="0">
                <a:effectLst/>
                <a:latin typeface="fkGroteskNeue"/>
              </a:rPr>
              <a:t>Optional (for further detail):</a:t>
            </a:r>
            <a:endParaRPr lang="en-US" sz="180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Indicators or metrics that will be used to measure SDG impact.</a:t>
            </a:r>
            <a:r>
              <a:rPr lang="en-US" sz="1050" b="0" i="0" u="none" strike="noStrike" dirty="0">
                <a:effectLst/>
                <a:latin typeface="var(--font-berkeley-mono)"/>
              </a:rPr>
              <a:t> </a:t>
            </a:r>
            <a:endParaRPr lang="en-US" sz="1050" b="0" i="0" dirty="0">
              <a:effectLst/>
              <a:latin typeface="fkGroteskNeue"/>
            </a:endParaRPr>
          </a:p>
          <a:p>
            <a:pPr marL="742950" lvl="1" indent="-285750" algn="l">
              <a:buFont typeface="Arial" panose="020B0604020202020204" pitchFamily="34" charset="0"/>
              <a:buChar char="•"/>
            </a:pPr>
            <a:r>
              <a:rPr lang="en-US" sz="1050" b="0" i="0" dirty="0">
                <a:effectLst/>
                <a:latin typeface="fkGroteskNeue"/>
              </a:rPr>
              <a:t>Partnerships or external stakeholders involved in SDG-relevant activities.</a:t>
            </a:r>
            <a:endParaRPr lang="en-IN" sz="1800" dirty="0"/>
          </a:p>
        </p:txBody>
      </p:sp>
    </p:spTree>
    <p:extLst>
      <p:ext uri="{BB962C8B-B14F-4D97-AF65-F5344CB8AC3E}">
        <p14:creationId xmlns:p14="http://schemas.microsoft.com/office/powerpoint/2010/main" val="160111653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EA6A0-2C03-4AD4-BA63-2EEFC82D0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49CCD-11C0-4F10-B82C-77CA0569C09C}"/>
              </a:ext>
            </a:extLst>
          </p:cNvPr>
          <p:cNvSpPr>
            <a:spLocks noGrp="1"/>
          </p:cNvSpPr>
          <p:nvPr>
            <p:ph type="title"/>
          </p:nvPr>
        </p:nvSpPr>
        <p:spPr>
          <a:xfrm>
            <a:off x="899592" y="171451"/>
            <a:ext cx="7853782" cy="609398"/>
          </a:xfrm>
        </p:spPr>
        <p:txBody>
          <a:bodyPr/>
          <a:lstStyle/>
          <a:p>
            <a:r>
              <a:rPr lang="en-US" sz="4400" dirty="0">
                <a:latin typeface="Calibri" panose="020F0502020204030204" charset="0"/>
                <a:cs typeface="Calibri" panose="020F0502020204030204" charset="0"/>
                <a:sym typeface="Times New Roman" panose="02020603050405020304"/>
              </a:rPr>
              <a:t>Requirement Specification</a:t>
            </a:r>
            <a:endParaRPr lang="en-IN" dirty="0"/>
          </a:p>
        </p:txBody>
      </p:sp>
      <p:sp>
        <p:nvSpPr>
          <p:cNvPr id="3" name="Text Placeholder 2">
            <a:extLst>
              <a:ext uri="{FF2B5EF4-FFF2-40B4-BE49-F238E27FC236}">
                <a16:creationId xmlns:a16="http://schemas.microsoft.com/office/drawing/2014/main" id="{6DBC3E52-8C98-DC45-4C63-95A8A78F7787}"/>
              </a:ext>
            </a:extLst>
          </p:cNvPr>
          <p:cNvSpPr>
            <a:spLocks noGrp="1"/>
          </p:cNvSpPr>
          <p:nvPr>
            <p:ph type="body" sz="quarter" idx="10"/>
          </p:nvPr>
        </p:nvSpPr>
        <p:spPr>
          <a:xfrm>
            <a:off x="389436" y="1085850"/>
            <a:ext cx="8363938" cy="1741502"/>
          </a:xfrm>
        </p:spPr>
        <p:txBody>
          <a:bodyPr/>
          <a:lstStyle/>
          <a:p>
            <a:r>
              <a:rPr lang="en-US" sz="1400" b="1" dirty="0">
                <a:solidFill>
                  <a:schemeClr val="tx1"/>
                </a:solidFill>
              </a:rPr>
              <a:t>Design Constraints</a:t>
            </a:r>
          </a:p>
          <a:p>
            <a:r>
              <a:rPr lang="en-US" sz="1400" dirty="0">
                <a:solidFill>
                  <a:schemeClr val="tx1"/>
                </a:solidFill>
              </a:rPr>
              <a:t>List any design limitations (hardware, software, compliance, technology stack, budget or deadlines).</a:t>
            </a:r>
          </a:p>
          <a:p>
            <a:r>
              <a:rPr lang="en-US" sz="1400" b="1" dirty="0">
                <a:solidFill>
                  <a:schemeClr val="tx1"/>
                </a:solidFill>
              </a:rPr>
              <a:t>Assumptions and Dependencies (optional)</a:t>
            </a:r>
          </a:p>
          <a:p>
            <a:r>
              <a:rPr lang="en-US" sz="1400" dirty="0">
                <a:solidFill>
                  <a:schemeClr val="tx1"/>
                </a:solidFill>
              </a:rPr>
              <a:t>Mention basic assumptions and external dependencies, such as third-party APIs or hardware.</a:t>
            </a:r>
          </a:p>
          <a:p>
            <a:r>
              <a:rPr lang="en-US" sz="1400" b="1" dirty="0">
                <a:solidFill>
                  <a:schemeClr val="tx1"/>
                </a:solidFill>
              </a:rPr>
              <a:t>Acceptance Criteria (optional)</a:t>
            </a:r>
          </a:p>
          <a:p>
            <a:r>
              <a:rPr lang="en-US" sz="1400" dirty="0">
                <a:solidFill>
                  <a:schemeClr val="tx1"/>
                </a:solidFill>
              </a:rPr>
              <a:t>Define how success will be measured for meeting each requirement.</a:t>
            </a:r>
            <a:endParaRPr lang="en-IN" sz="1400" dirty="0">
              <a:solidFill>
                <a:schemeClr val="tx1"/>
              </a:solidFill>
            </a:endParaRPr>
          </a:p>
        </p:txBody>
      </p:sp>
    </p:spTree>
    <p:extLst>
      <p:ext uri="{BB962C8B-B14F-4D97-AF65-F5344CB8AC3E}">
        <p14:creationId xmlns:p14="http://schemas.microsoft.com/office/powerpoint/2010/main" val="338611358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C9810-8593-DE26-5885-539AB57CDC66}"/>
              </a:ext>
            </a:extLst>
          </p:cNvPr>
          <p:cNvSpPr>
            <a:spLocks noGrp="1"/>
          </p:cNvSpPr>
          <p:nvPr>
            <p:ph type="title"/>
          </p:nvPr>
        </p:nvSpPr>
        <p:spPr>
          <a:xfrm>
            <a:off x="1043608" y="297881"/>
            <a:ext cx="7712861" cy="560923"/>
          </a:xfrm>
        </p:spPr>
        <p:txBody>
          <a:bodyPr wrap="square" anchor="t">
            <a:normAutofit fontScale="90000"/>
          </a:bodyPr>
          <a:lstStyle/>
          <a:p>
            <a:r>
              <a:rPr lang="en-US" sz="2400" b="1" dirty="0"/>
              <a:t>Mapping of Project Outcomes (POs) to Program Outcomes (POs)/Program Specific Outcomes (PSOs)</a:t>
            </a:r>
            <a:endParaRPr lang="en-IN" sz="2400" b="1" dirty="0"/>
          </a:p>
        </p:txBody>
      </p:sp>
      <p:sp>
        <p:nvSpPr>
          <p:cNvPr id="9" name="Slide Number Placeholder 3">
            <a:extLst>
              <a:ext uri="{FF2B5EF4-FFF2-40B4-BE49-F238E27FC236}">
                <a16:creationId xmlns:a16="http://schemas.microsoft.com/office/drawing/2014/main" id="{0F5BEE6F-BDEF-648F-E7B2-07B3B0D132C1}"/>
              </a:ext>
            </a:extLst>
          </p:cNvPr>
          <p:cNvSpPr>
            <a:spLocks noGrp="1"/>
          </p:cNvSpPr>
          <p:nvPr>
            <p:ph type="sldNum" sz="quarter" idx="12"/>
          </p:nvPr>
        </p:nvSpPr>
        <p:spPr>
          <a:xfrm>
            <a:off x="6457950" y="4767263"/>
            <a:ext cx="2057400" cy="273844"/>
          </a:xfrm>
        </p:spPr>
        <p:txBody>
          <a:bodyPr/>
          <a:lstStyle/>
          <a:p>
            <a:pPr>
              <a:spcAft>
                <a:spcPts val="600"/>
              </a:spcAft>
            </a:pPr>
            <a:fld id="{31E8F24B-2890-44DE-9A81-5441AB1EC63D}" type="slidenum">
              <a:rPr lang="en-US" smtClean="0">
                <a:solidFill>
                  <a:prstClr val="black">
                    <a:tint val="75000"/>
                  </a:prstClr>
                </a:solidFill>
              </a:rPr>
              <a:pPr>
                <a:spcAft>
                  <a:spcPts val="600"/>
                </a:spcAft>
              </a:pPr>
              <a:t>25</a:t>
            </a:fld>
            <a:endParaRPr lang="en-US">
              <a:solidFill>
                <a:prstClr val="black">
                  <a:tint val="75000"/>
                </a:prstClr>
              </a:solidFill>
            </a:endParaRPr>
          </a:p>
        </p:txBody>
      </p:sp>
      <p:graphicFrame>
        <p:nvGraphicFramePr>
          <p:cNvPr id="4" name="Table 3">
            <a:extLst>
              <a:ext uri="{FF2B5EF4-FFF2-40B4-BE49-F238E27FC236}">
                <a16:creationId xmlns:a16="http://schemas.microsoft.com/office/drawing/2014/main" id="{56F66CFD-A40E-627E-8FDA-FC3001CA01AC}"/>
              </a:ext>
            </a:extLst>
          </p:cNvPr>
          <p:cNvGraphicFramePr>
            <a:graphicFrameLocks noGrp="1"/>
          </p:cNvGraphicFramePr>
          <p:nvPr>
            <p:extLst>
              <p:ext uri="{D42A27DB-BD31-4B8C-83A1-F6EECF244321}">
                <p14:modId xmlns:p14="http://schemas.microsoft.com/office/powerpoint/2010/main" val="4145996548"/>
              </p:ext>
            </p:extLst>
          </p:nvPr>
        </p:nvGraphicFramePr>
        <p:xfrm>
          <a:off x="539552" y="1369218"/>
          <a:ext cx="7972097" cy="1706585"/>
        </p:xfrm>
        <a:graphic>
          <a:graphicData uri="http://schemas.openxmlformats.org/drawingml/2006/table">
            <a:tbl>
              <a:tblPr firstRow="1" firstCol="1" bandRow="1">
                <a:tableStyleId>{93296810-A885-4BE3-A3E7-6D5BEEA58F35}</a:tableStyleId>
              </a:tblPr>
              <a:tblGrid>
                <a:gridCol w="680744">
                  <a:extLst>
                    <a:ext uri="{9D8B030D-6E8A-4147-A177-3AD203B41FA5}">
                      <a16:colId xmlns:a16="http://schemas.microsoft.com/office/drawing/2014/main" val="4145499328"/>
                    </a:ext>
                  </a:extLst>
                </a:gridCol>
                <a:gridCol w="499401">
                  <a:extLst>
                    <a:ext uri="{9D8B030D-6E8A-4147-A177-3AD203B41FA5}">
                      <a16:colId xmlns:a16="http://schemas.microsoft.com/office/drawing/2014/main" val="1822982954"/>
                    </a:ext>
                  </a:extLst>
                </a:gridCol>
                <a:gridCol w="499401">
                  <a:extLst>
                    <a:ext uri="{9D8B030D-6E8A-4147-A177-3AD203B41FA5}">
                      <a16:colId xmlns:a16="http://schemas.microsoft.com/office/drawing/2014/main" val="2203293632"/>
                    </a:ext>
                  </a:extLst>
                </a:gridCol>
                <a:gridCol w="499401">
                  <a:extLst>
                    <a:ext uri="{9D8B030D-6E8A-4147-A177-3AD203B41FA5}">
                      <a16:colId xmlns:a16="http://schemas.microsoft.com/office/drawing/2014/main" val="2869311264"/>
                    </a:ext>
                  </a:extLst>
                </a:gridCol>
                <a:gridCol w="499401">
                  <a:extLst>
                    <a:ext uri="{9D8B030D-6E8A-4147-A177-3AD203B41FA5}">
                      <a16:colId xmlns:a16="http://schemas.microsoft.com/office/drawing/2014/main" val="4057232668"/>
                    </a:ext>
                  </a:extLst>
                </a:gridCol>
                <a:gridCol w="499401">
                  <a:extLst>
                    <a:ext uri="{9D8B030D-6E8A-4147-A177-3AD203B41FA5}">
                      <a16:colId xmlns:a16="http://schemas.microsoft.com/office/drawing/2014/main" val="1851987744"/>
                    </a:ext>
                  </a:extLst>
                </a:gridCol>
                <a:gridCol w="499401">
                  <a:extLst>
                    <a:ext uri="{9D8B030D-6E8A-4147-A177-3AD203B41FA5}">
                      <a16:colId xmlns:a16="http://schemas.microsoft.com/office/drawing/2014/main" val="2852855659"/>
                    </a:ext>
                  </a:extLst>
                </a:gridCol>
                <a:gridCol w="499401">
                  <a:extLst>
                    <a:ext uri="{9D8B030D-6E8A-4147-A177-3AD203B41FA5}">
                      <a16:colId xmlns:a16="http://schemas.microsoft.com/office/drawing/2014/main" val="3271536788"/>
                    </a:ext>
                  </a:extLst>
                </a:gridCol>
                <a:gridCol w="499401">
                  <a:extLst>
                    <a:ext uri="{9D8B030D-6E8A-4147-A177-3AD203B41FA5}">
                      <a16:colId xmlns:a16="http://schemas.microsoft.com/office/drawing/2014/main" val="3941358293"/>
                    </a:ext>
                  </a:extLst>
                </a:gridCol>
                <a:gridCol w="499401">
                  <a:extLst>
                    <a:ext uri="{9D8B030D-6E8A-4147-A177-3AD203B41FA5}">
                      <a16:colId xmlns:a16="http://schemas.microsoft.com/office/drawing/2014/main" val="2107501562"/>
                    </a:ext>
                  </a:extLst>
                </a:gridCol>
                <a:gridCol w="472424">
                  <a:extLst>
                    <a:ext uri="{9D8B030D-6E8A-4147-A177-3AD203B41FA5}">
                      <a16:colId xmlns:a16="http://schemas.microsoft.com/office/drawing/2014/main" val="4150268332"/>
                    </a:ext>
                  </a:extLst>
                </a:gridCol>
                <a:gridCol w="581829">
                  <a:extLst>
                    <a:ext uri="{9D8B030D-6E8A-4147-A177-3AD203B41FA5}">
                      <a16:colId xmlns:a16="http://schemas.microsoft.com/office/drawing/2014/main" val="1171831511"/>
                    </a:ext>
                  </a:extLst>
                </a:gridCol>
                <a:gridCol w="581829">
                  <a:extLst>
                    <a:ext uri="{9D8B030D-6E8A-4147-A177-3AD203B41FA5}">
                      <a16:colId xmlns:a16="http://schemas.microsoft.com/office/drawing/2014/main" val="3053826614"/>
                    </a:ext>
                  </a:extLst>
                </a:gridCol>
                <a:gridCol w="580331">
                  <a:extLst>
                    <a:ext uri="{9D8B030D-6E8A-4147-A177-3AD203B41FA5}">
                      <a16:colId xmlns:a16="http://schemas.microsoft.com/office/drawing/2014/main" val="427229805"/>
                    </a:ext>
                  </a:extLst>
                </a:gridCol>
                <a:gridCol w="580331">
                  <a:extLst>
                    <a:ext uri="{9D8B030D-6E8A-4147-A177-3AD203B41FA5}">
                      <a16:colId xmlns:a16="http://schemas.microsoft.com/office/drawing/2014/main" val="927845363"/>
                    </a:ext>
                  </a:extLst>
                </a:gridCol>
              </a:tblGrid>
              <a:tr h="341317">
                <a:tc>
                  <a:txBody>
                    <a:bodyPr/>
                    <a:lstStyle/>
                    <a:p>
                      <a:pPr>
                        <a:lnSpc>
                          <a:spcPct val="115000"/>
                        </a:lnSpc>
                        <a:spcAft>
                          <a:spcPts val="800"/>
                        </a:spcAft>
                        <a:buNone/>
                      </a:pPr>
                      <a:r>
                        <a:rPr lang="en-IN" sz="1100" kern="0" dirty="0">
                          <a:effectLst/>
                        </a:rPr>
                        <a:t>CO/PO</a:t>
                      </a:r>
                      <a:endParaRPr lang="en-IN" sz="1100" kern="100" dirty="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PO4</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PO5</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PO6</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PO7</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PO8</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PO9</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P10</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PO11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PO12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PSO1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1100" kern="0">
                          <a:effectLst/>
                        </a:rPr>
                        <a:t>PSO2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extLst>
                  <a:ext uri="{0D108BD9-81ED-4DB2-BD59-A6C34878D82A}">
                    <a16:rowId xmlns:a16="http://schemas.microsoft.com/office/drawing/2014/main" val="2992589445"/>
                  </a:ext>
                </a:extLst>
              </a:tr>
              <a:tr h="341317">
                <a:tc>
                  <a:txBody>
                    <a:bodyPr/>
                    <a:lstStyle/>
                    <a:p>
                      <a:pPr>
                        <a:lnSpc>
                          <a:spcPct val="115000"/>
                        </a:lnSpc>
                        <a:spcAft>
                          <a:spcPts val="800"/>
                        </a:spcAft>
                        <a:buNone/>
                      </a:pPr>
                      <a:r>
                        <a:rPr lang="en-IN" sz="1100" kern="0" dirty="0">
                          <a:effectLst/>
                        </a:rPr>
                        <a:t>PRO1</a:t>
                      </a:r>
                      <a:endParaRPr lang="en-IN" sz="1100" kern="100" dirty="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9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9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9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extLst>
                  <a:ext uri="{0D108BD9-81ED-4DB2-BD59-A6C34878D82A}">
                    <a16:rowId xmlns:a16="http://schemas.microsoft.com/office/drawing/2014/main" val="4166883951"/>
                  </a:ext>
                </a:extLst>
              </a:tr>
              <a:tr h="341317">
                <a:tc>
                  <a:txBody>
                    <a:bodyPr/>
                    <a:lstStyle/>
                    <a:p>
                      <a:pPr>
                        <a:lnSpc>
                          <a:spcPct val="115000"/>
                        </a:lnSpc>
                        <a:spcAft>
                          <a:spcPts val="800"/>
                        </a:spcAft>
                        <a:buNone/>
                      </a:pPr>
                      <a:r>
                        <a:rPr lang="en-IN" sz="1100" kern="0" dirty="0">
                          <a:effectLst/>
                        </a:rPr>
                        <a:t>PRO2</a:t>
                      </a:r>
                      <a:endParaRPr lang="en-IN" sz="1100" kern="100" dirty="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spcAft>
                          <a:spcPts val="800"/>
                        </a:spcAft>
                        <a:buNone/>
                      </a:pPr>
                      <a:r>
                        <a:rPr lang="en-IN" sz="9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9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extLst>
                  <a:ext uri="{0D108BD9-81ED-4DB2-BD59-A6C34878D82A}">
                    <a16:rowId xmlns:a16="http://schemas.microsoft.com/office/drawing/2014/main" val="249483780"/>
                  </a:ext>
                </a:extLst>
              </a:tr>
              <a:tr h="341317">
                <a:tc>
                  <a:txBody>
                    <a:bodyPr/>
                    <a:lstStyle/>
                    <a:p>
                      <a:pPr>
                        <a:lnSpc>
                          <a:spcPct val="115000"/>
                        </a:lnSpc>
                        <a:spcAft>
                          <a:spcPts val="800"/>
                        </a:spcAft>
                        <a:buNone/>
                      </a:pPr>
                      <a:r>
                        <a:rPr lang="en-IN" sz="1100" kern="0" dirty="0">
                          <a:effectLst/>
                        </a:rPr>
                        <a:t>PRO3</a:t>
                      </a:r>
                      <a:endParaRPr lang="en-IN" sz="1100" kern="100" dirty="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9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spcAft>
                          <a:spcPts val="800"/>
                        </a:spcAft>
                        <a:buNone/>
                      </a:pPr>
                      <a:r>
                        <a:rPr lang="en-IN" sz="9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extLst>
                  <a:ext uri="{0D108BD9-81ED-4DB2-BD59-A6C34878D82A}">
                    <a16:rowId xmlns:a16="http://schemas.microsoft.com/office/drawing/2014/main" val="2812478157"/>
                  </a:ext>
                </a:extLst>
              </a:tr>
              <a:tr h="341317">
                <a:tc>
                  <a:txBody>
                    <a:bodyPr/>
                    <a:lstStyle/>
                    <a:p>
                      <a:pPr>
                        <a:lnSpc>
                          <a:spcPct val="115000"/>
                        </a:lnSpc>
                        <a:spcAft>
                          <a:spcPts val="800"/>
                        </a:spcAft>
                        <a:buNone/>
                      </a:pPr>
                      <a:r>
                        <a:rPr lang="en-IN" sz="1100" kern="0" dirty="0">
                          <a:effectLst/>
                        </a:rPr>
                        <a:t>PRO4</a:t>
                      </a:r>
                      <a:endParaRPr lang="en-IN" sz="1100" kern="100" dirty="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2</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1</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 </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a:effectLst/>
                        <a:latin typeface="Aptos" panose="020B0004020202020204"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gn="r">
                        <a:lnSpc>
                          <a:spcPct val="115000"/>
                        </a:lnSpc>
                        <a:spcAft>
                          <a:spcPts val="800"/>
                        </a:spcAft>
                        <a:buNone/>
                      </a:pPr>
                      <a:r>
                        <a:rPr lang="en-IN" sz="1100" kern="0">
                          <a:effectLst/>
                        </a:rPr>
                        <a:t>3</a:t>
                      </a:r>
                      <a:endParaRPr lang="en-IN" sz="1100" kern="100">
                        <a:effectLst/>
                        <a:latin typeface="Aptos" panose="020B0004020202020204" pitchFamily="34" charset="0"/>
                        <a:ea typeface="Aptos" panose="020B0004020202020204" pitchFamily="34" charset="0"/>
                        <a:cs typeface="Vrinda" panose="020B0502040204020203" pitchFamily="34" charset="0"/>
                      </a:endParaRPr>
                    </a:p>
                  </a:txBody>
                  <a:tcPr marL="61488" marR="61488" marT="0" marB="0" anchor="b"/>
                </a:tc>
                <a:tc>
                  <a:txBody>
                    <a:bodyPr/>
                    <a:lstStyle/>
                    <a:p>
                      <a:pPr>
                        <a:lnSpc>
                          <a:spcPct val="115000"/>
                        </a:lnSpc>
                        <a:buNone/>
                      </a:pPr>
                      <a:endParaRPr lang="en-IN" sz="1100" kern="100" dirty="0">
                        <a:effectLst/>
                        <a:latin typeface="Aptos" panose="020B0004020202020204" pitchFamily="34" charset="0"/>
                      </a:endParaRPr>
                    </a:p>
                  </a:txBody>
                  <a:tcPr marL="61488" marR="61488" marT="0" marB="0" anchor="b"/>
                </a:tc>
                <a:extLst>
                  <a:ext uri="{0D108BD9-81ED-4DB2-BD59-A6C34878D82A}">
                    <a16:rowId xmlns:a16="http://schemas.microsoft.com/office/drawing/2014/main" val="1341918107"/>
                  </a:ext>
                </a:extLst>
              </a:tr>
            </a:tbl>
          </a:graphicData>
        </a:graphic>
      </p:graphicFrame>
      <p:sp>
        <p:nvSpPr>
          <p:cNvPr id="5" name="Text Placeholder 3">
            <a:extLst>
              <a:ext uri="{FF2B5EF4-FFF2-40B4-BE49-F238E27FC236}">
                <a16:creationId xmlns:a16="http://schemas.microsoft.com/office/drawing/2014/main" id="{91429500-2C01-10AA-003C-E8BDC7203CB3}"/>
              </a:ext>
            </a:extLst>
          </p:cNvPr>
          <p:cNvSpPr txBox="1">
            <a:spLocks/>
          </p:cNvSpPr>
          <p:nvPr/>
        </p:nvSpPr>
        <p:spPr>
          <a:xfrm>
            <a:off x="395628" y="3435845"/>
            <a:ext cx="8363938" cy="1331417"/>
          </a:xfrm>
          <a:prstGeom prst="rect">
            <a:avLst/>
          </a:prstGeom>
        </p:spPr>
        <p:txBody>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sz="2000" dirty="0">
                <a:gradFill>
                  <a:gsLst>
                    <a:gs pos="0">
                      <a:srgbClr val="E30000"/>
                    </a:gs>
                    <a:gs pos="100000">
                      <a:srgbClr val="760303"/>
                    </a:gs>
                  </a:gsLst>
                  <a:lin scaled="0"/>
                </a:gradFill>
              </a:rPr>
              <a:t>Sample Mapping – Finalize the PRO PO mapping by discussing the same with your Guide and industry mentor</a:t>
            </a:r>
          </a:p>
        </p:txBody>
      </p:sp>
    </p:spTree>
    <p:extLst>
      <p:ext uri="{BB962C8B-B14F-4D97-AF65-F5344CB8AC3E}">
        <p14:creationId xmlns:p14="http://schemas.microsoft.com/office/powerpoint/2010/main" val="221368635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D862D-BCDE-6580-5D61-4CE325E77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1A6A1-8556-0513-C4FF-A3F6AEC55E7C}"/>
              </a:ext>
            </a:extLst>
          </p:cNvPr>
          <p:cNvSpPr>
            <a:spLocks noGrp="1"/>
          </p:cNvSpPr>
          <p:nvPr>
            <p:ph type="title"/>
          </p:nvPr>
        </p:nvSpPr>
        <p:spPr>
          <a:xfrm>
            <a:off x="1237162" y="228601"/>
            <a:ext cx="6916239" cy="560923"/>
          </a:xfrm>
        </p:spPr>
        <p:txBody>
          <a:bodyPr wrap="square" anchor="t">
            <a:normAutofit/>
          </a:bodyPr>
          <a:lstStyle/>
          <a:p>
            <a:r>
              <a:rPr lang="en-US" b="1" dirty="0"/>
              <a:t>Literature Review</a:t>
            </a:r>
          </a:p>
        </p:txBody>
      </p:sp>
      <p:graphicFrame>
        <p:nvGraphicFramePr>
          <p:cNvPr id="4" name="Table 3">
            <a:extLst>
              <a:ext uri="{FF2B5EF4-FFF2-40B4-BE49-F238E27FC236}">
                <a16:creationId xmlns:a16="http://schemas.microsoft.com/office/drawing/2014/main" id="{7079F952-D056-6D37-A9DB-B1E2EA75EBD5}"/>
              </a:ext>
            </a:extLst>
          </p:cNvPr>
          <p:cNvGraphicFramePr>
            <a:graphicFrameLocks noGrp="1"/>
          </p:cNvGraphicFramePr>
          <p:nvPr>
            <p:extLst>
              <p:ext uri="{D42A27DB-BD31-4B8C-83A1-F6EECF244321}">
                <p14:modId xmlns:p14="http://schemas.microsoft.com/office/powerpoint/2010/main" val="720827545"/>
              </p:ext>
            </p:extLst>
          </p:nvPr>
        </p:nvGraphicFramePr>
        <p:xfrm>
          <a:off x="388938" y="1131080"/>
          <a:ext cx="8369302" cy="2951192"/>
        </p:xfrm>
        <a:graphic>
          <a:graphicData uri="http://schemas.openxmlformats.org/drawingml/2006/table">
            <a:tbl>
              <a:tblPr firstRow="1" bandRow="1">
                <a:tableStyleId>{93296810-A885-4BE3-A3E7-6D5BEEA58F35}</a:tableStyleId>
              </a:tblPr>
              <a:tblGrid>
                <a:gridCol w="583862">
                  <a:extLst>
                    <a:ext uri="{9D8B030D-6E8A-4147-A177-3AD203B41FA5}">
                      <a16:colId xmlns:a16="http://schemas.microsoft.com/office/drawing/2014/main" val="923746121"/>
                    </a:ext>
                  </a:extLst>
                </a:gridCol>
                <a:gridCol w="1989227">
                  <a:extLst>
                    <a:ext uri="{9D8B030D-6E8A-4147-A177-3AD203B41FA5}">
                      <a16:colId xmlns:a16="http://schemas.microsoft.com/office/drawing/2014/main" val="2189570590"/>
                    </a:ext>
                  </a:extLst>
                </a:gridCol>
                <a:gridCol w="2489561">
                  <a:extLst>
                    <a:ext uri="{9D8B030D-6E8A-4147-A177-3AD203B41FA5}">
                      <a16:colId xmlns:a16="http://schemas.microsoft.com/office/drawing/2014/main" val="2120154002"/>
                    </a:ext>
                  </a:extLst>
                </a:gridCol>
                <a:gridCol w="1832873">
                  <a:extLst>
                    <a:ext uri="{9D8B030D-6E8A-4147-A177-3AD203B41FA5}">
                      <a16:colId xmlns:a16="http://schemas.microsoft.com/office/drawing/2014/main" val="42166574"/>
                    </a:ext>
                  </a:extLst>
                </a:gridCol>
                <a:gridCol w="1473779">
                  <a:extLst>
                    <a:ext uri="{9D8B030D-6E8A-4147-A177-3AD203B41FA5}">
                      <a16:colId xmlns:a16="http://schemas.microsoft.com/office/drawing/2014/main" val="86098539"/>
                    </a:ext>
                  </a:extLst>
                </a:gridCol>
              </a:tblGrid>
              <a:tr h="575072">
                <a:tc>
                  <a:txBody>
                    <a:bodyPr/>
                    <a:lstStyle/>
                    <a:p>
                      <a:pPr marR="2540" indent="635" algn="ctr">
                        <a:lnSpc>
                          <a:spcPct val="107000"/>
                        </a:lnSpc>
                        <a:spcAft>
                          <a:spcPts val="800"/>
                        </a:spcAft>
                        <a:buNone/>
                      </a:pPr>
                      <a:r>
                        <a:rPr lang="en-US" sz="1300" b="1" cap="none" spc="0">
                          <a:solidFill>
                            <a:schemeClr val="bg1"/>
                          </a:solidFill>
                          <a:effectLst/>
                        </a:rPr>
                        <a:t>S. N. </a:t>
                      </a:r>
                      <a:endParaRPr lang="en-IN" sz="1300" b="1" cap="none" spc="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b"/>
                </a:tc>
                <a:tc>
                  <a:txBody>
                    <a:bodyPr/>
                    <a:lstStyle/>
                    <a:p>
                      <a:pPr marR="2540" indent="635" algn="ctr">
                        <a:lnSpc>
                          <a:spcPct val="107000"/>
                        </a:lnSpc>
                        <a:spcAft>
                          <a:spcPts val="800"/>
                        </a:spcAft>
                        <a:buNone/>
                      </a:pPr>
                      <a:r>
                        <a:rPr lang="en-US" sz="1300" b="1" cap="none" spc="0">
                          <a:solidFill>
                            <a:schemeClr val="bg1"/>
                          </a:solidFill>
                          <a:effectLst/>
                        </a:rPr>
                        <a:t>Title of the paper</a:t>
                      </a:r>
                      <a:endParaRPr lang="en-IN" sz="1300" b="1"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b"/>
                </a:tc>
                <a:tc>
                  <a:txBody>
                    <a:bodyPr/>
                    <a:lstStyle/>
                    <a:p>
                      <a:pPr marR="2540" indent="635" algn="ctr">
                        <a:lnSpc>
                          <a:spcPct val="107000"/>
                        </a:lnSpc>
                        <a:spcAft>
                          <a:spcPts val="800"/>
                        </a:spcAft>
                        <a:buNone/>
                      </a:pPr>
                      <a:r>
                        <a:rPr lang="en-US" sz="1300" b="1" cap="none" spc="0" dirty="0">
                          <a:solidFill>
                            <a:schemeClr val="bg1"/>
                          </a:solidFill>
                          <a:effectLst/>
                        </a:rPr>
                        <a:t>Key Finding</a:t>
                      </a:r>
                      <a:endParaRPr lang="en-IN" sz="1300" b="1"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b"/>
                </a:tc>
                <a:tc>
                  <a:txBody>
                    <a:bodyPr/>
                    <a:lstStyle/>
                    <a:p>
                      <a:pPr marR="2540" indent="635" algn="ctr">
                        <a:lnSpc>
                          <a:spcPct val="107000"/>
                        </a:lnSpc>
                        <a:spcAft>
                          <a:spcPts val="800"/>
                        </a:spcAft>
                        <a:buNone/>
                      </a:pPr>
                      <a:r>
                        <a:rPr lang="en-US" sz="1300" b="1" cap="none" spc="0">
                          <a:solidFill>
                            <a:schemeClr val="bg1"/>
                          </a:solidFill>
                          <a:effectLst/>
                        </a:rPr>
                        <a:t>Gap Finding</a:t>
                      </a:r>
                      <a:endParaRPr lang="en-IN" sz="1300" b="1" cap="none" spc="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b"/>
                </a:tc>
                <a:tc>
                  <a:txBody>
                    <a:bodyPr/>
                    <a:lstStyle/>
                    <a:p>
                      <a:pPr marR="2540" indent="635" algn="ctr">
                        <a:lnSpc>
                          <a:spcPct val="107000"/>
                        </a:lnSpc>
                        <a:spcAft>
                          <a:spcPts val="800"/>
                        </a:spcAft>
                        <a:buNone/>
                      </a:pPr>
                      <a:r>
                        <a:rPr lang="en-IN" sz="1300" b="1" cap="none" spc="0" dirty="0">
                          <a:solidFill>
                            <a:schemeClr val="bg1"/>
                          </a:solidFill>
                          <a:effectLst/>
                        </a:rPr>
                        <a:t>Research Objective</a:t>
                      </a:r>
                      <a:endParaRPr lang="en-IN" sz="1300" b="1"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b"/>
                </a:tc>
                <a:extLst>
                  <a:ext uri="{0D108BD9-81ED-4DB2-BD59-A6C34878D82A}">
                    <a16:rowId xmlns:a16="http://schemas.microsoft.com/office/drawing/2014/main" val="3655804941"/>
                  </a:ext>
                </a:extLst>
              </a:tr>
              <a:tr h="792040">
                <a:tc>
                  <a:txBody>
                    <a:bodyPr/>
                    <a:lstStyle/>
                    <a:p>
                      <a:pPr marR="2540" indent="635" algn="ctr">
                        <a:lnSpc>
                          <a:spcPct val="107000"/>
                        </a:lnSpc>
                        <a:spcAft>
                          <a:spcPts val="800"/>
                        </a:spcAft>
                        <a:buNone/>
                      </a:pPr>
                      <a:r>
                        <a:rPr lang="en-US" sz="1000" cap="none" spc="0">
                          <a:solidFill>
                            <a:schemeClr val="tx1"/>
                          </a:solidFill>
                          <a:effectLst/>
                        </a:rPr>
                        <a:t>1</a:t>
                      </a:r>
                      <a:endParaRPr lang="en-IN" sz="10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A Survey on Biometric Authentication: Towards Secure and Privacy-Preserving Identification [123], IEEE, 2018</a:t>
                      </a:r>
                      <a:endParaRPr lang="en-IN" sz="10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It has pointed out potential risks and proposed evaluation criteria for measuring the performance of classifiers.</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Classification is performed by using solely shallow classifiers, fails to leverage deep learning techniques.</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rowSpan="3">
                  <a:txBody>
                    <a:bodyPr/>
                    <a:lstStyle/>
                    <a:p>
                      <a:pPr marR="2540" indent="635" algn="ctr">
                        <a:lnSpc>
                          <a:spcPct val="107000"/>
                        </a:lnSpc>
                        <a:spcAft>
                          <a:spcPts val="800"/>
                        </a:spcAft>
                        <a:buNone/>
                      </a:pPr>
                      <a:r>
                        <a:rPr lang="en-IN" sz="1000" cap="none" spc="0">
                          <a:solidFill>
                            <a:schemeClr val="tx1"/>
                          </a:solidFill>
                          <a:effectLst/>
                        </a:rPr>
                        <a:t>RO1: Transfer Learning using Pretrained architectures VGG16, VGG19, GoogLeNet, ResNet50 and MobileNet.</a:t>
                      </a:r>
                      <a:endParaRPr lang="en-IN" sz="10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nchor="ctr"/>
                </a:tc>
                <a:extLst>
                  <a:ext uri="{0D108BD9-81ED-4DB2-BD59-A6C34878D82A}">
                    <a16:rowId xmlns:a16="http://schemas.microsoft.com/office/drawing/2014/main" val="4170391784"/>
                  </a:ext>
                </a:extLst>
              </a:tr>
              <a:tr h="792040">
                <a:tc>
                  <a:txBody>
                    <a:bodyPr/>
                    <a:lstStyle/>
                    <a:p>
                      <a:pPr marR="2540" indent="635" algn="ctr">
                        <a:lnSpc>
                          <a:spcPct val="107000"/>
                        </a:lnSpc>
                        <a:spcAft>
                          <a:spcPts val="800"/>
                        </a:spcAft>
                        <a:buNone/>
                      </a:pPr>
                      <a:r>
                        <a:rPr lang="en-US" sz="1000" cap="none" spc="0">
                          <a:solidFill>
                            <a:schemeClr val="tx1"/>
                          </a:solidFill>
                          <a:effectLst/>
                        </a:rPr>
                        <a:t>2</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Unsupervised feature learning and automatic modulation classification using deep learning model [124], IEEE, 2017</a:t>
                      </a:r>
                      <a:endParaRPr lang="en-IN" sz="10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The proposed network with autoencoders extracts two features separately and then stacks to the final DNN  to get high accuracy.</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A minimum to a maximum number of hidden layers is not specified, so complexity and learning time are unknown.</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vMerge="1">
                  <a:txBody>
                    <a:bodyPr/>
                    <a:lstStyle/>
                    <a:p>
                      <a:endParaRPr lang="en-IN"/>
                    </a:p>
                  </a:txBody>
                  <a:tcPr/>
                </a:tc>
                <a:extLst>
                  <a:ext uri="{0D108BD9-81ED-4DB2-BD59-A6C34878D82A}">
                    <a16:rowId xmlns:a16="http://schemas.microsoft.com/office/drawing/2014/main" val="2667240648"/>
                  </a:ext>
                </a:extLst>
              </a:tr>
              <a:tr h="792040">
                <a:tc>
                  <a:txBody>
                    <a:bodyPr/>
                    <a:lstStyle/>
                    <a:p>
                      <a:pPr marR="2540" indent="635" algn="ctr">
                        <a:lnSpc>
                          <a:spcPct val="107000"/>
                        </a:lnSpc>
                        <a:spcAft>
                          <a:spcPts val="800"/>
                        </a:spcAft>
                        <a:buNone/>
                      </a:pPr>
                      <a:r>
                        <a:rPr lang="en-IN" sz="1000" cap="none" spc="0">
                          <a:solidFill>
                            <a:schemeClr val="tx1"/>
                          </a:solidFill>
                          <a:effectLst/>
                        </a:rPr>
                        <a:t>3</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Data augmentation for improving deep learning in image classification problem[22], IEEE 2018</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a:solidFill>
                            <a:schemeClr val="tx1"/>
                          </a:solidFill>
                          <a:effectLst/>
                        </a:rPr>
                        <a:t>Introduced an error mechanism to make the classifier more robust to improve the classifier's accuracy over a test data set.</a:t>
                      </a:r>
                      <a:endParaRPr lang="en-IN" sz="10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a:txBody>
                    <a:bodyPr/>
                    <a:lstStyle/>
                    <a:p>
                      <a:pPr marR="2540" indent="635" algn="ctr">
                        <a:lnSpc>
                          <a:spcPct val="107000"/>
                        </a:lnSpc>
                        <a:spcAft>
                          <a:spcPts val="800"/>
                        </a:spcAft>
                        <a:buNone/>
                      </a:pPr>
                      <a:r>
                        <a:rPr lang="en-US" sz="1000" cap="none" spc="0" dirty="0">
                          <a:solidFill>
                            <a:schemeClr val="tx1"/>
                          </a:solidFill>
                          <a:effectLst/>
                        </a:rPr>
                        <a:t>It overheads the performance of system due to additional data.</a:t>
                      </a:r>
                      <a:endParaRPr lang="en-IN" sz="10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2535" marR="16400" marT="15010" marB="112575"/>
                </a:tc>
                <a:tc vMerge="1">
                  <a:txBody>
                    <a:bodyPr/>
                    <a:lstStyle/>
                    <a:p>
                      <a:endParaRPr lang="en-IN"/>
                    </a:p>
                  </a:txBody>
                  <a:tcPr/>
                </a:tc>
                <a:extLst>
                  <a:ext uri="{0D108BD9-81ED-4DB2-BD59-A6C34878D82A}">
                    <a16:rowId xmlns:a16="http://schemas.microsoft.com/office/drawing/2014/main" val="1387336505"/>
                  </a:ext>
                </a:extLst>
              </a:tr>
            </a:tbl>
          </a:graphicData>
        </a:graphic>
      </p:graphicFrame>
      <p:sp>
        <p:nvSpPr>
          <p:cNvPr id="6" name="TextBox 5">
            <a:extLst>
              <a:ext uri="{FF2B5EF4-FFF2-40B4-BE49-F238E27FC236}">
                <a16:creationId xmlns:a16="http://schemas.microsoft.com/office/drawing/2014/main" id="{80B3E3C7-28D0-D6F7-35BF-75B6E59A7EA4}"/>
              </a:ext>
            </a:extLst>
          </p:cNvPr>
          <p:cNvSpPr txBox="1"/>
          <p:nvPr/>
        </p:nvSpPr>
        <p:spPr>
          <a:xfrm>
            <a:off x="1979712" y="4190085"/>
            <a:ext cx="5544616" cy="724814"/>
          </a:xfrm>
          <a:prstGeom prst="rect">
            <a:avLst/>
          </a:prstGeom>
          <a:noFill/>
        </p:spPr>
        <p:txBody>
          <a:bodyPr wrap="square">
            <a:spAutoFit/>
          </a:bodyPr>
          <a:lstStyle/>
          <a:p>
            <a:pPr marR="2540" indent="635" algn="ctr">
              <a:lnSpc>
                <a:spcPct val="274000"/>
              </a:lnSpc>
              <a:spcBef>
                <a:spcPts val="65"/>
              </a:spcBef>
              <a:spcAft>
                <a:spcPts val="800"/>
              </a:spcAft>
              <a:buNone/>
            </a:pPr>
            <a:r>
              <a:rPr lang="en-IN" sz="1800" b="1" dirty="0">
                <a:solidFill>
                  <a:srgbClr val="FF0000"/>
                </a:solidFill>
                <a:effectLst/>
                <a:latin typeface="Aptos" panose="020B0004020202020204" pitchFamily="34" charset="0"/>
                <a:ea typeface="Times New Roman" panose="02020603050405020304" pitchFamily="18" charset="0"/>
                <a:cs typeface="Times New Roman" panose="02020603050405020304" pitchFamily="18" charset="0"/>
              </a:rPr>
              <a:t>Repeat the same for all Research Objectives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9850734"/>
      </p:ext>
    </p:extLst>
  </p:cSld>
  <p:clrMapOvr>
    <a:masterClrMapping/>
  </p:clrMapOvr>
  <p:transition>
    <p:fade/>
  </p:transition>
</p:sld>
</file>

<file path=ppt/theme/_rels/theme4.xml.rels><?xml version="1.0" encoding="UTF-8" standalone="yes"?>
<Relationships xmlns="http://schemas.openxmlformats.org/package/2006/relationships"><Relationship Id="rId1" Type="http://schemas.openxmlformats.org/officeDocument/2006/relationships/image" Target="../media/image13.png"/></Relationships>
</file>

<file path=ppt/theme/theme1.xml><?xml version="1.0" encoding="utf-8"?>
<a:theme xmlns:a="http://schemas.openxmlformats.org/drawingml/2006/main" name="Cover and End Slide Mast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spPr>
      <a:bodyPr vert="horz" wrap="square" lIns="91436" tIns="45718" rIns="91436" bIns="45718" numCol="1" rtlCol="0" anchor="ctr" anchorCtr="0" compatLnSpc="1"/>
      <a:lstStyle>
        <a:defPPr algn="ctr" defTabSz="913765"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ontents Slide Mast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6B7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25565</TotalTime>
  <Words>2542</Words>
  <Application>Microsoft Office PowerPoint</Application>
  <PresentationFormat>On-screen Show (16:9)</PresentationFormat>
  <Paragraphs>274</Paragraphs>
  <Slides>26</Slides>
  <Notes>4</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26</vt:i4>
      </vt:variant>
    </vt:vector>
  </HeadingPairs>
  <TitlesOfParts>
    <vt:vector size="43" baseType="lpstr">
      <vt:lpstr>Malgun Gothic</vt:lpstr>
      <vt:lpstr>Aptos</vt:lpstr>
      <vt:lpstr>Arial</vt:lpstr>
      <vt:lpstr>Calibri</vt:lpstr>
      <vt:lpstr>fkGroteskNeue</vt:lpstr>
      <vt:lpstr>Rockwell</vt:lpstr>
      <vt:lpstr>Rockwell Condensed</vt:lpstr>
      <vt:lpstr>Segoe UI</vt:lpstr>
      <vt:lpstr>Segoe UI Light</vt:lpstr>
      <vt:lpstr>Times New Roman</vt:lpstr>
      <vt:lpstr>var(--font-berkeley-mono)</vt:lpstr>
      <vt:lpstr>Wingdings</vt:lpstr>
      <vt:lpstr>Cover and End Slide Master</vt:lpstr>
      <vt:lpstr>Contents Slide Master</vt:lpstr>
      <vt:lpstr>Section Break Slide Master</vt:lpstr>
      <vt:lpstr>MS1444_Windows Azure Template 16x9_r08b</vt:lpstr>
      <vt:lpstr>1_Contents Slide Master</vt:lpstr>
      <vt:lpstr>UG Program – TE Information Technology</vt:lpstr>
      <vt:lpstr>PowerPoint Presentation</vt:lpstr>
      <vt:lpstr>PowerPoint Presentation</vt:lpstr>
      <vt:lpstr>Program Educational Objectives (PEOs)</vt:lpstr>
      <vt:lpstr>PowerPoint Presentation</vt:lpstr>
      <vt:lpstr>Project Overview and Background</vt:lpstr>
      <vt:lpstr>Problem Statement</vt:lpstr>
      <vt:lpstr>Project objectives and scope</vt:lpstr>
      <vt:lpstr>  Literature Review</vt:lpstr>
      <vt:lpstr>Base Papers (Journal/ Conference)</vt:lpstr>
      <vt:lpstr>Proposed System Architecture</vt:lpstr>
      <vt:lpstr>Proposed System Architecture</vt:lpstr>
      <vt:lpstr>Methodology</vt:lpstr>
      <vt:lpstr>Methodology </vt:lpstr>
      <vt:lpstr>Dataset Description</vt:lpstr>
      <vt:lpstr>Machine Learning Algorithms </vt:lpstr>
      <vt:lpstr>Tools and Technologies </vt:lpstr>
      <vt:lpstr>References- (Use IEEE Reference Styling)</vt:lpstr>
      <vt:lpstr>Conclusion</vt:lpstr>
      <vt:lpstr>Thank You..</vt:lpstr>
      <vt:lpstr>Requirement Specification</vt:lpstr>
      <vt:lpstr>Results and Discussions</vt:lpstr>
      <vt:lpstr>SDG Alignment</vt:lpstr>
      <vt:lpstr>Requirement Specification</vt:lpstr>
      <vt:lpstr>Mapping of Project Outcomes (POs) to Program Outcomes (POs)/Program Specific Outcomes (PSOs)</vt:lpstr>
      <vt:lpstr>Literature Review</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Amey Pandit</cp:lastModifiedBy>
  <cp:revision>953</cp:revision>
  <cp:lastPrinted>2019-02-07T04:52:00Z</cp:lastPrinted>
  <dcterms:created xsi:type="dcterms:W3CDTF">2016-12-05T23:26:00Z</dcterms:created>
  <dcterms:modified xsi:type="dcterms:W3CDTF">2026-03-27T16:13:39Z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1033-11.2.0.8339</vt:lpwstr>
  </property>
</Properties>
</file>